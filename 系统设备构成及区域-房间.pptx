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2CC"/>
    <a:srgbClr val="FF99CC"/>
    <a:srgbClr val="DAE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8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C8366E-73AE-4C94-8516-1D8CAE9038AE}" type="datetimeFigureOut">
              <a:rPr lang="zh-CN" altLang="en-US" smtClean="0"/>
              <a:t>2024/8/6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F129BA-468B-4470-B42C-BC53DB9111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3967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F129BA-468B-4470-B42C-BC53DB9111A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1779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5A6448-AE8D-3638-9A01-AA9C4608BA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8D0EC83-F3F1-65A4-1D87-881B4E628E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28E6A0-39D4-D28C-1FEF-B58679EBF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A8381-EC83-4C8E-8130-F0E4AAAF8B5C}" type="datetimeFigureOut">
              <a:rPr lang="zh-CN" altLang="en-US" smtClean="0"/>
              <a:t>2024/8/6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79841F-77D3-4B1B-191A-5387ADDA6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273434-2C94-D67B-08F3-E95D0E81C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55B6D-20CE-42AA-9AAF-7294C69BD1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0051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96E9C0-DB3D-FFE6-B605-48B1C7365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FE739B-90C8-B21C-7E70-0A9ADD2078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C069BC-BDF6-2977-68BE-2D6F61601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A8381-EC83-4C8E-8130-F0E4AAAF8B5C}" type="datetimeFigureOut">
              <a:rPr lang="zh-CN" altLang="en-US" smtClean="0"/>
              <a:t>2024/8/6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A5904D-DB53-FB21-117D-738E0A3B8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22F555-6AAC-FFC7-4A7B-F909C3C68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55B6D-20CE-42AA-9AAF-7294C69BD1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3182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6B8C69-8FF7-FC06-0010-CA7533D2F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E7B25E-46AF-363E-1DE1-101766A68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B3BF76-9155-A501-5747-B3DE65FA2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A8381-EC83-4C8E-8130-F0E4AAAF8B5C}" type="datetimeFigureOut">
              <a:rPr lang="zh-CN" altLang="en-US" smtClean="0"/>
              <a:t>2024/8/6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8DB0BA-4920-75C9-3D87-A4E0FDDE1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3CA3E7-A8F3-D96B-CE85-46DD5C07C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55B6D-20CE-42AA-9AAF-7294C69BD1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855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4E93C3-AAFF-41BD-ED8A-A16C6EA9E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D97063-9E17-DEC1-31FA-F11845503F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D639BEE-3FC0-2014-9054-A00331AEB0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8826D9E-664E-3768-06EE-4FC80325D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A8381-EC83-4C8E-8130-F0E4AAAF8B5C}" type="datetimeFigureOut">
              <a:rPr lang="zh-CN" altLang="en-US" smtClean="0"/>
              <a:t>2024/8/6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17038D-E107-6019-A773-F63E2C395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111EA62-E7A9-AF64-87AE-FF55401D6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55B6D-20CE-42AA-9AAF-7294C69BD1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384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33F38A-4F18-83C9-15A8-E077B0252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297157-ABEA-5C02-2139-42137F05C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B185818-8A3D-A6E0-8262-34348AB1D2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5EA4439-0D5A-6AF0-5ADC-30EE488669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C8B5837-71F0-D99C-92EF-A3AC4AECE7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D65A20B-ADD0-D660-6DE7-49616853B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A8381-EC83-4C8E-8130-F0E4AAAF8B5C}" type="datetimeFigureOut">
              <a:rPr lang="zh-CN" altLang="en-US" smtClean="0"/>
              <a:t>2024/8/6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B6A5C54-8DFE-6556-5E58-4647933AA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E673982-E52E-05F5-5183-4ACC149C7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55B6D-20CE-42AA-9AAF-7294C69BD1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3999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1C7AA9-7B5A-EDF2-624E-EC6CAB65B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C5579B3-E8E6-2535-D4C4-C96041F90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A8381-EC83-4C8E-8130-F0E4AAAF8B5C}" type="datetimeFigureOut">
              <a:rPr lang="zh-CN" altLang="en-US" smtClean="0"/>
              <a:t>2024/8/6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7E4FC04-A233-8952-CB38-32C3A53DD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F231A63-171B-35C6-38F0-F0D11C011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55B6D-20CE-42AA-9AAF-7294C69BD1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3615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3DD1C4D-5F5B-CDAF-757B-46026470D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A8381-EC83-4C8E-8130-F0E4AAAF8B5C}" type="datetimeFigureOut">
              <a:rPr lang="zh-CN" altLang="en-US" smtClean="0"/>
              <a:t>2024/8/6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823D9FA-138A-98C8-B4B4-3FBC6DDA2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AFE190-4E98-7821-79CC-731102200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55B6D-20CE-42AA-9AAF-7294C69BD1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4884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739816-309E-C93A-1AB7-85E9FCC4E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403582-9A4E-6E66-E654-456F113CF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126BE8-C025-8BB1-F49E-A8816424F3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3537725-80A8-6B00-73B1-EAAE0E211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A8381-EC83-4C8E-8130-F0E4AAAF8B5C}" type="datetimeFigureOut">
              <a:rPr lang="zh-CN" altLang="en-US" smtClean="0"/>
              <a:t>2024/8/6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D68C22-A957-B9A7-7A5E-9EEDDAF0D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47615F0-8FD0-968A-364F-BF9705F5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55B6D-20CE-42AA-9AAF-7294C69BD1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9708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E72670-216B-8C91-7FF5-358921E3C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5F8E53F-A650-B38F-B083-C89F773AEF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AE33428-0EBC-20C2-0E5E-08FC57DB6A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B05914-208B-2446-7E44-130CEB06C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A8381-EC83-4C8E-8130-F0E4AAAF8B5C}" type="datetimeFigureOut">
              <a:rPr lang="zh-CN" altLang="en-US" smtClean="0"/>
              <a:t>2024/8/6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B9B2A52-4C80-7626-E5A8-0EA9CFE62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4CA5C0C-F776-D99E-0A74-79E4658BA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55B6D-20CE-42AA-9AAF-7294C69BD1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5468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539F4C-D7EC-8D13-F31E-9EB122864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FEC39AC-2CC1-7EC5-D5E4-209A90E197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B2D4B9-BFE3-A842-A4D0-FC15496C5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A8381-EC83-4C8E-8130-F0E4AAAF8B5C}" type="datetimeFigureOut">
              <a:rPr lang="zh-CN" altLang="en-US" smtClean="0"/>
              <a:t>2024/8/6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A97CF7-E032-B134-5A1C-5C5284AB0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84FA5A-1AD5-77FF-81D9-7727AE33C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55B6D-20CE-42AA-9AAF-7294C69BD1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5661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E969A67-35B3-02A4-3C0C-ACB1185E0A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90B7F0E-C6E5-AD8F-06EC-FF2ED40B9A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BF4545-9B75-5247-D973-9A7D24506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A8381-EC83-4C8E-8130-F0E4AAAF8B5C}" type="datetimeFigureOut">
              <a:rPr lang="zh-CN" altLang="en-US" smtClean="0"/>
              <a:t>2024/8/6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33E45F-74DF-B417-BC4D-1185CD701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1CCCD0-74B7-E7F4-27A5-4A6F314FA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55B6D-20CE-42AA-9AAF-7294C69BD1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4014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8CCF22E-E38E-6B6F-EAF3-82138B522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94A863-5656-5CDA-C474-FD878B7C5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37107F-F01B-E021-3A5D-2383DC0BD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9A8381-EC83-4C8E-8130-F0E4AAAF8B5C}" type="datetimeFigureOut">
              <a:rPr lang="zh-CN" altLang="en-US" smtClean="0"/>
              <a:t>2024/8/6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9DEE30-5536-69BA-68D1-EA66473B85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80EFEC-363D-09BF-6CC5-50AD4C44D9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E55B6D-20CE-42AA-9AAF-7294C69BD1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5292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5B70831-C398-AAC0-73AD-C2DFCA2357EC}"/>
              </a:ext>
            </a:extLst>
          </p:cNvPr>
          <p:cNvCxnSpPr/>
          <p:nvPr/>
        </p:nvCxnSpPr>
        <p:spPr>
          <a:xfrm>
            <a:off x="43543" y="1306286"/>
            <a:ext cx="12104914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5EE311B3-6973-C669-E6C7-D892918FEDAD}"/>
              </a:ext>
            </a:extLst>
          </p:cNvPr>
          <p:cNvCxnSpPr/>
          <p:nvPr/>
        </p:nvCxnSpPr>
        <p:spPr>
          <a:xfrm>
            <a:off x="0" y="3547956"/>
            <a:ext cx="12104914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7769184-380D-D7B5-56B2-8FB1754473B0}"/>
              </a:ext>
            </a:extLst>
          </p:cNvPr>
          <p:cNvCxnSpPr/>
          <p:nvPr/>
        </p:nvCxnSpPr>
        <p:spPr>
          <a:xfrm>
            <a:off x="163286" y="6281058"/>
            <a:ext cx="12104914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23FFCC2E-BDE0-5B82-E608-0B6EC3093FFF}"/>
              </a:ext>
            </a:extLst>
          </p:cNvPr>
          <p:cNvSpPr txBox="1"/>
          <p:nvPr/>
        </p:nvSpPr>
        <p:spPr>
          <a:xfrm>
            <a:off x="43543" y="816428"/>
            <a:ext cx="1088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系统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D394819-DA08-0B03-5E97-C5A8C52B80AC}"/>
              </a:ext>
            </a:extLst>
          </p:cNvPr>
          <p:cNvSpPr txBox="1"/>
          <p:nvPr/>
        </p:nvSpPr>
        <p:spPr>
          <a:xfrm>
            <a:off x="43531" y="2338881"/>
            <a:ext cx="1088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区域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18D2A05-38F4-9FF7-00B6-F9CF35ACF7F2}"/>
              </a:ext>
            </a:extLst>
          </p:cNvPr>
          <p:cNvSpPr txBox="1"/>
          <p:nvPr/>
        </p:nvSpPr>
        <p:spPr>
          <a:xfrm>
            <a:off x="-21778" y="3632002"/>
            <a:ext cx="1088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房间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D872380-B1C4-8F74-F0D5-26AED782F4B6}"/>
              </a:ext>
            </a:extLst>
          </p:cNvPr>
          <p:cNvSpPr/>
          <p:nvPr/>
        </p:nvSpPr>
        <p:spPr>
          <a:xfrm>
            <a:off x="2068288" y="597942"/>
            <a:ext cx="1088571" cy="54427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寸屏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1C763F55-BBAA-1C20-5552-FE4F1BD76BC9}"/>
              </a:ext>
            </a:extLst>
          </p:cNvPr>
          <p:cNvCxnSpPr/>
          <p:nvPr/>
        </p:nvCxnSpPr>
        <p:spPr>
          <a:xfrm>
            <a:off x="43543" y="2345478"/>
            <a:ext cx="12104914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4B5DC338-2523-389C-4E8E-F34C1913DB98}"/>
              </a:ext>
            </a:extLst>
          </p:cNvPr>
          <p:cNvSpPr txBox="1"/>
          <p:nvPr/>
        </p:nvSpPr>
        <p:spPr>
          <a:xfrm>
            <a:off x="43543" y="1855620"/>
            <a:ext cx="1088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子系统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66958992-B906-5D44-04D0-F0E89E596345}"/>
              </a:ext>
            </a:extLst>
          </p:cNvPr>
          <p:cNvSpPr/>
          <p:nvPr/>
        </p:nvSpPr>
        <p:spPr>
          <a:xfrm>
            <a:off x="7326093" y="1556658"/>
            <a:ext cx="1251853" cy="58782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松下</a:t>
            </a:r>
            <a:endParaRPr lang="en-US" altLang="zh-CN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空调网关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D461244-92D6-EC0C-C17A-03C8053C21E7}"/>
              </a:ext>
            </a:extLst>
          </p:cNvPr>
          <p:cNvSpPr/>
          <p:nvPr/>
        </p:nvSpPr>
        <p:spPr>
          <a:xfrm>
            <a:off x="1823357" y="1616135"/>
            <a:ext cx="952499" cy="4688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寸屏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530FAF6-E785-5DB8-B308-2624D6D65B06}"/>
              </a:ext>
            </a:extLst>
          </p:cNvPr>
          <p:cNvSpPr/>
          <p:nvPr/>
        </p:nvSpPr>
        <p:spPr>
          <a:xfrm>
            <a:off x="979713" y="3071339"/>
            <a:ext cx="76200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新风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7C9A294-054D-C8B0-8FC2-3F82EE8EAF64}"/>
              </a:ext>
            </a:extLst>
          </p:cNvPr>
          <p:cNvSpPr/>
          <p:nvPr/>
        </p:nvSpPr>
        <p:spPr>
          <a:xfrm>
            <a:off x="1823358" y="3071339"/>
            <a:ext cx="76200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调湿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B7B18D0-0E84-09CA-2DF3-8141BBAEEF98}"/>
              </a:ext>
            </a:extLst>
          </p:cNvPr>
          <p:cNvSpPr/>
          <p:nvPr/>
        </p:nvSpPr>
        <p:spPr>
          <a:xfrm>
            <a:off x="2667003" y="3071730"/>
            <a:ext cx="76200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除菌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47847E9-3EC3-6003-DA44-0540283F58AC}"/>
              </a:ext>
            </a:extLst>
          </p:cNvPr>
          <p:cNvSpPr/>
          <p:nvPr/>
        </p:nvSpPr>
        <p:spPr>
          <a:xfrm>
            <a:off x="1306287" y="5810618"/>
            <a:ext cx="762001" cy="369332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房间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FFE7F24-BA33-8253-D4A5-F86718AA2B80}"/>
              </a:ext>
            </a:extLst>
          </p:cNvPr>
          <p:cNvSpPr/>
          <p:nvPr/>
        </p:nvSpPr>
        <p:spPr>
          <a:xfrm>
            <a:off x="2351322" y="5804831"/>
            <a:ext cx="762001" cy="369332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房间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EB8A6AB-2F86-CD07-54C1-089D4B8CC1CB}"/>
              </a:ext>
            </a:extLst>
          </p:cNvPr>
          <p:cNvSpPr/>
          <p:nvPr/>
        </p:nvSpPr>
        <p:spPr>
          <a:xfrm>
            <a:off x="3396356" y="5804831"/>
            <a:ext cx="762001" cy="369332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房间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B8FD0BA-77A5-1327-2B83-FBC783EED4D8}"/>
              </a:ext>
            </a:extLst>
          </p:cNvPr>
          <p:cNvSpPr/>
          <p:nvPr/>
        </p:nvSpPr>
        <p:spPr>
          <a:xfrm>
            <a:off x="8251362" y="5795413"/>
            <a:ext cx="762001" cy="369332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房间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ADAEF4E-14EF-9E8A-DCB3-E0223DF73E64}"/>
              </a:ext>
            </a:extLst>
          </p:cNvPr>
          <p:cNvSpPr/>
          <p:nvPr/>
        </p:nvSpPr>
        <p:spPr>
          <a:xfrm>
            <a:off x="9590311" y="5789626"/>
            <a:ext cx="762001" cy="369332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房间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837F101-5206-A999-8048-A2EF1606A5BB}"/>
              </a:ext>
            </a:extLst>
          </p:cNvPr>
          <p:cNvSpPr/>
          <p:nvPr/>
        </p:nvSpPr>
        <p:spPr>
          <a:xfrm>
            <a:off x="10929260" y="5789626"/>
            <a:ext cx="762001" cy="369332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房间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39300C13-C668-D442-1FE3-E5684ABC5007}"/>
              </a:ext>
            </a:extLst>
          </p:cNvPr>
          <p:cNvSpPr/>
          <p:nvPr/>
        </p:nvSpPr>
        <p:spPr>
          <a:xfrm>
            <a:off x="3984185" y="1616135"/>
            <a:ext cx="952499" cy="46887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寸屏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8444081-EED2-4CFD-FE29-2C1E67755639}"/>
              </a:ext>
            </a:extLst>
          </p:cNvPr>
          <p:cNvSpPr/>
          <p:nvPr/>
        </p:nvSpPr>
        <p:spPr>
          <a:xfrm>
            <a:off x="3984185" y="3070948"/>
            <a:ext cx="76200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新风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73B7FC7-8AF3-9012-CF91-61B0AFE37636}"/>
              </a:ext>
            </a:extLst>
          </p:cNvPr>
          <p:cNvSpPr/>
          <p:nvPr/>
        </p:nvSpPr>
        <p:spPr>
          <a:xfrm>
            <a:off x="4827830" y="3070948"/>
            <a:ext cx="76200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调湿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CC9AA02-6678-973A-0E23-A8D9260002E7}"/>
              </a:ext>
            </a:extLst>
          </p:cNvPr>
          <p:cNvSpPr/>
          <p:nvPr/>
        </p:nvSpPr>
        <p:spPr>
          <a:xfrm>
            <a:off x="5671475" y="3071339"/>
            <a:ext cx="76200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除菌</a:t>
            </a: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913F03F9-567E-8B82-B099-158A9D171334}"/>
              </a:ext>
            </a:extLst>
          </p:cNvPr>
          <p:cNvSpPr/>
          <p:nvPr/>
        </p:nvSpPr>
        <p:spPr>
          <a:xfrm>
            <a:off x="658585" y="4107052"/>
            <a:ext cx="859972" cy="52677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风口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192D81AC-69CA-AAC7-EE52-27B05D0ADBB0}"/>
              </a:ext>
            </a:extLst>
          </p:cNvPr>
          <p:cNvSpPr/>
          <p:nvPr/>
        </p:nvSpPr>
        <p:spPr>
          <a:xfrm>
            <a:off x="1594757" y="4095381"/>
            <a:ext cx="859972" cy="52677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风口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72F16FB7-E5E7-BB5C-742F-BF9A3B189FDD}"/>
              </a:ext>
            </a:extLst>
          </p:cNvPr>
          <p:cNvSpPr/>
          <p:nvPr/>
        </p:nvSpPr>
        <p:spPr>
          <a:xfrm>
            <a:off x="2530929" y="4107052"/>
            <a:ext cx="859972" cy="52677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风口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763FE87E-7F87-58F3-E55C-5BD0C6E0A6A5}"/>
              </a:ext>
            </a:extLst>
          </p:cNvPr>
          <p:cNvSpPr/>
          <p:nvPr/>
        </p:nvSpPr>
        <p:spPr>
          <a:xfrm>
            <a:off x="3548754" y="4107052"/>
            <a:ext cx="859972" cy="526779"/>
          </a:xfrm>
          <a:prstGeom prst="ellipse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风口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B5E34841-840D-54FB-70A4-C0FD82C177EB}"/>
              </a:ext>
            </a:extLst>
          </p:cNvPr>
          <p:cNvSpPr/>
          <p:nvPr/>
        </p:nvSpPr>
        <p:spPr>
          <a:xfrm>
            <a:off x="4484926" y="4095381"/>
            <a:ext cx="859972" cy="526779"/>
          </a:xfrm>
          <a:prstGeom prst="ellipse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风口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54914587-8336-C229-45D4-1CE614E63233}"/>
              </a:ext>
            </a:extLst>
          </p:cNvPr>
          <p:cNvSpPr/>
          <p:nvPr/>
        </p:nvSpPr>
        <p:spPr>
          <a:xfrm>
            <a:off x="5421098" y="4107052"/>
            <a:ext cx="859972" cy="526779"/>
          </a:xfrm>
          <a:prstGeom prst="ellipse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风口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F20863C-2D18-D371-B61D-FE4D2E1E836D}"/>
              </a:ext>
            </a:extLst>
          </p:cNvPr>
          <p:cNvSpPr/>
          <p:nvPr/>
        </p:nvSpPr>
        <p:spPr>
          <a:xfrm>
            <a:off x="7108415" y="2453158"/>
            <a:ext cx="957931" cy="359622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室外机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A3492C1-7FFD-EFF6-CEEE-6AD4D8FACC25}"/>
              </a:ext>
            </a:extLst>
          </p:cNvPr>
          <p:cNvSpPr/>
          <p:nvPr/>
        </p:nvSpPr>
        <p:spPr>
          <a:xfrm>
            <a:off x="8131672" y="2890548"/>
            <a:ext cx="957931" cy="549335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水热交换器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CC8D5B0-AE12-D193-E60F-E11CFBA8A295}"/>
              </a:ext>
            </a:extLst>
          </p:cNvPr>
          <p:cNvSpPr/>
          <p:nvPr/>
        </p:nvSpPr>
        <p:spPr>
          <a:xfrm>
            <a:off x="9982239" y="2453158"/>
            <a:ext cx="957931" cy="35962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室外机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28C5FFA-DBD7-E56A-DD8A-E66C294E4703}"/>
              </a:ext>
            </a:extLst>
          </p:cNvPr>
          <p:cNvSpPr/>
          <p:nvPr/>
        </p:nvSpPr>
        <p:spPr>
          <a:xfrm>
            <a:off x="11016383" y="2879662"/>
            <a:ext cx="957931" cy="5493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水热交换器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8862535B-090A-BC08-E77C-DC21A9E4B15A}"/>
              </a:ext>
            </a:extLst>
          </p:cNvPr>
          <p:cNvSpPr/>
          <p:nvPr/>
        </p:nvSpPr>
        <p:spPr>
          <a:xfrm>
            <a:off x="6613083" y="4118503"/>
            <a:ext cx="859972" cy="526779"/>
          </a:xfrm>
          <a:prstGeom prst="ellipse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室内机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351A5702-BBD2-98EC-2EA8-373344B7646D}"/>
              </a:ext>
            </a:extLst>
          </p:cNvPr>
          <p:cNvSpPr/>
          <p:nvPr/>
        </p:nvSpPr>
        <p:spPr>
          <a:xfrm>
            <a:off x="7549255" y="4106832"/>
            <a:ext cx="859972" cy="526779"/>
          </a:xfrm>
          <a:prstGeom prst="ellipse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室内机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B4621B16-7A39-2A43-69BC-E91FFE8F5C40}"/>
              </a:ext>
            </a:extLst>
          </p:cNvPr>
          <p:cNvSpPr/>
          <p:nvPr/>
        </p:nvSpPr>
        <p:spPr>
          <a:xfrm>
            <a:off x="8485427" y="4118503"/>
            <a:ext cx="859972" cy="526779"/>
          </a:xfrm>
          <a:prstGeom prst="ellipse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室内机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22C7E73-CB1A-6A8E-2BCC-BC6614167D14}"/>
              </a:ext>
            </a:extLst>
          </p:cNvPr>
          <p:cNvSpPr/>
          <p:nvPr/>
        </p:nvSpPr>
        <p:spPr>
          <a:xfrm>
            <a:off x="9388931" y="4106832"/>
            <a:ext cx="859972" cy="526779"/>
          </a:xfrm>
          <a:prstGeom prst="ellipse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室内机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8932A656-01EA-895D-C683-F1E6EFF4DE49}"/>
              </a:ext>
            </a:extLst>
          </p:cNvPr>
          <p:cNvSpPr/>
          <p:nvPr/>
        </p:nvSpPr>
        <p:spPr>
          <a:xfrm>
            <a:off x="10325103" y="4095161"/>
            <a:ext cx="859972" cy="526779"/>
          </a:xfrm>
          <a:prstGeom prst="ellipse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室内机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CFAF226E-3BE1-30DC-3AA7-CA066046316B}"/>
              </a:ext>
            </a:extLst>
          </p:cNvPr>
          <p:cNvSpPr/>
          <p:nvPr/>
        </p:nvSpPr>
        <p:spPr>
          <a:xfrm>
            <a:off x="11261275" y="4106832"/>
            <a:ext cx="859972" cy="526779"/>
          </a:xfrm>
          <a:prstGeom prst="ellipse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室内机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1" name="连接符: 肘形 50">
            <a:extLst>
              <a:ext uri="{FF2B5EF4-FFF2-40B4-BE49-F238E27FC236}">
                <a16:creationId xmlns:a16="http://schemas.microsoft.com/office/drawing/2014/main" id="{E08627C7-6FA4-368E-192D-015215A365FE}"/>
              </a:ext>
            </a:extLst>
          </p:cNvPr>
          <p:cNvCxnSpPr>
            <a:stCxn id="11" idx="2"/>
            <a:endCxn id="16" idx="0"/>
          </p:cNvCxnSpPr>
          <p:nvPr/>
        </p:nvCxnSpPr>
        <p:spPr>
          <a:xfrm rot="5400000">
            <a:off x="2219134" y="1222695"/>
            <a:ext cx="473914" cy="31296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连接符: 肘形 51">
            <a:extLst>
              <a:ext uri="{FF2B5EF4-FFF2-40B4-BE49-F238E27FC236}">
                <a16:creationId xmlns:a16="http://schemas.microsoft.com/office/drawing/2014/main" id="{039E403D-02A6-C402-680E-C16A9F7C0B68}"/>
              </a:ext>
            </a:extLst>
          </p:cNvPr>
          <p:cNvCxnSpPr>
            <a:cxnSpLocks/>
            <a:stCxn id="11" idx="2"/>
            <a:endCxn id="29" idx="0"/>
          </p:cNvCxnSpPr>
          <p:nvPr/>
        </p:nvCxnSpPr>
        <p:spPr>
          <a:xfrm rot="16200000" flipH="1">
            <a:off x="3299547" y="455247"/>
            <a:ext cx="473914" cy="184786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连接符: 肘形 55">
            <a:extLst>
              <a:ext uri="{FF2B5EF4-FFF2-40B4-BE49-F238E27FC236}">
                <a16:creationId xmlns:a16="http://schemas.microsoft.com/office/drawing/2014/main" id="{B6B7AA08-8680-0D0B-E048-E46385D374EF}"/>
              </a:ext>
            </a:extLst>
          </p:cNvPr>
          <p:cNvCxnSpPr>
            <a:cxnSpLocks/>
            <a:stCxn id="11" idx="3"/>
            <a:endCxn id="14" idx="0"/>
          </p:cNvCxnSpPr>
          <p:nvPr/>
        </p:nvCxnSpPr>
        <p:spPr>
          <a:xfrm>
            <a:off x="3156859" y="870082"/>
            <a:ext cx="4795161" cy="68657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连接符: 肘形 59">
            <a:extLst>
              <a:ext uri="{FF2B5EF4-FFF2-40B4-BE49-F238E27FC236}">
                <a16:creationId xmlns:a16="http://schemas.microsoft.com/office/drawing/2014/main" id="{CA943F4E-7AF2-3477-E16B-A9701ABC6F56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 rot="5400000">
            <a:off x="1336995" y="2108727"/>
            <a:ext cx="986332" cy="93889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连接符: 肘形 62">
            <a:extLst>
              <a:ext uri="{FF2B5EF4-FFF2-40B4-BE49-F238E27FC236}">
                <a16:creationId xmlns:a16="http://schemas.microsoft.com/office/drawing/2014/main" id="{258910EA-6A41-F907-5FCA-817D39D9C6AF}"/>
              </a:ext>
            </a:extLst>
          </p:cNvPr>
          <p:cNvCxnSpPr>
            <a:cxnSpLocks/>
            <a:stCxn id="16" idx="2"/>
            <a:endCxn id="18" idx="0"/>
          </p:cNvCxnSpPr>
          <p:nvPr/>
        </p:nvCxnSpPr>
        <p:spPr>
          <a:xfrm rot="5400000">
            <a:off x="1758817" y="2530549"/>
            <a:ext cx="986332" cy="9524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连接符: 肘形 65">
            <a:extLst>
              <a:ext uri="{FF2B5EF4-FFF2-40B4-BE49-F238E27FC236}">
                <a16:creationId xmlns:a16="http://schemas.microsoft.com/office/drawing/2014/main" id="{C2A2E20D-B4C1-A248-E78F-7AACF19ECA0D}"/>
              </a:ext>
            </a:extLst>
          </p:cNvPr>
          <p:cNvCxnSpPr>
            <a:cxnSpLocks/>
            <a:stCxn id="16" idx="2"/>
            <a:endCxn id="19" idx="0"/>
          </p:cNvCxnSpPr>
          <p:nvPr/>
        </p:nvCxnSpPr>
        <p:spPr>
          <a:xfrm rot="16200000" flipH="1">
            <a:off x="2180444" y="2204169"/>
            <a:ext cx="986723" cy="748397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连接符: 肘形 68">
            <a:extLst>
              <a:ext uri="{FF2B5EF4-FFF2-40B4-BE49-F238E27FC236}">
                <a16:creationId xmlns:a16="http://schemas.microsoft.com/office/drawing/2014/main" id="{9D36DF2B-9C1D-FE1E-0BE5-6B2DD98B5074}"/>
              </a:ext>
            </a:extLst>
          </p:cNvPr>
          <p:cNvCxnSpPr>
            <a:cxnSpLocks/>
            <a:stCxn id="29" idx="2"/>
            <a:endCxn id="32" idx="0"/>
          </p:cNvCxnSpPr>
          <p:nvPr/>
        </p:nvCxnSpPr>
        <p:spPr>
          <a:xfrm rot="16200000" flipH="1">
            <a:off x="4763289" y="1782152"/>
            <a:ext cx="986332" cy="159204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连接符: 肘形 71">
            <a:extLst>
              <a:ext uri="{FF2B5EF4-FFF2-40B4-BE49-F238E27FC236}">
                <a16:creationId xmlns:a16="http://schemas.microsoft.com/office/drawing/2014/main" id="{E3BE2113-E1D0-031A-E715-9EF7703C9566}"/>
              </a:ext>
            </a:extLst>
          </p:cNvPr>
          <p:cNvCxnSpPr>
            <a:cxnSpLocks/>
            <a:stCxn id="29" idx="2"/>
            <a:endCxn id="31" idx="0"/>
          </p:cNvCxnSpPr>
          <p:nvPr/>
        </p:nvCxnSpPr>
        <p:spPr>
          <a:xfrm rot="16200000" flipH="1">
            <a:off x="4341663" y="2203779"/>
            <a:ext cx="985941" cy="74839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连接符: 肘形 74">
            <a:extLst>
              <a:ext uri="{FF2B5EF4-FFF2-40B4-BE49-F238E27FC236}">
                <a16:creationId xmlns:a16="http://schemas.microsoft.com/office/drawing/2014/main" id="{BA6E0074-14F3-8221-1DBF-ACFEEA19D9BE}"/>
              </a:ext>
            </a:extLst>
          </p:cNvPr>
          <p:cNvCxnSpPr>
            <a:cxnSpLocks/>
            <a:stCxn id="29" idx="2"/>
            <a:endCxn id="30" idx="0"/>
          </p:cNvCxnSpPr>
          <p:nvPr/>
        </p:nvCxnSpPr>
        <p:spPr>
          <a:xfrm rot="5400000">
            <a:off x="3919841" y="2530353"/>
            <a:ext cx="985941" cy="95249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连接符: 肘形 77">
            <a:extLst>
              <a:ext uri="{FF2B5EF4-FFF2-40B4-BE49-F238E27FC236}">
                <a16:creationId xmlns:a16="http://schemas.microsoft.com/office/drawing/2014/main" id="{F9923C1C-4D93-7243-74DE-59B7621F78F0}"/>
              </a:ext>
            </a:extLst>
          </p:cNvPr>
          <p:cNvCxnSpPr>
            <a:cxnSpLocks/>
            <a:stCxn id="14" idx="2"/>
            <a:endCxn id="39" idx="0"/>
          </p:cNvCxnSpPr>
          <p:nvPr/>
        </p:nvCxnSpPr>
        <p:spPr>
          <a:xfrm rot="5400000">
            <a:off x="7615365" y="2116503"/>
            <a:ext cx="308672" cy="36463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连接符: 肘形 80">
            <a:extLst>
              <a:ext uri="{FF2B5EF4-FFF2-40B4-BE49-F238E27FC236}">
                <a16:creationId xmlns:a16="http://schemas.microsoft.com/office/drawing/2014/main" id="{CE45BDBF-9213-4A41-40B5-40AC77748065}"/>
              </a:ext>
            </a:extLst>
          </p:cNvPr>
          <p:cNvCxnSpPr>
            <a:cxnSpLocks/>
            <a:stCxn id="39" idx="2"/>
            <a:endCxn id="41" idx="0"/>
          </p:cNvCxnSpPr>
          <p:nvPr/>
        </p:nvCxnSpPr>
        <p:spPr>
          <a:xfrm rot="16200000" flipH="1">
            <a:off x="8060125" y="2340035"/>
            <a:ext cx="77768" cy="1023257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连接符: 肘形 83">
            <a:extLst>
              <a:ext uri="{FF2B5EF4-FFF2-40B4-BE49-F238E27FC236}">
                <a16:creationId xmlns:a16="http://schemas.microsoft.com/office/drawing/2014/main" id="{0DBE3B7B-C524-6962-88A8-661B7AB62603}"/>
              </a:ext>
            </a:extLst>
          </p:cNvPr>
          <p:cNvCxnSpPr>
            <a:cxnSpLocks/>
            <a:stCxn id="39" idx="2"/>
            <a:endCxn id="44" idx="0"/>
          </p:cNvCxnSpPr>
          <p:nvPr/>
        </p:nvCxnSpPr>
        <p:spPr>
          <a:xfrm rot="5400000">
            <a:off x="6662364" y="3193485"/>
            <a:ext cx="1305723" cy="54431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连接符: 肘形 86">
            <a:extLst>
              <a:ext uri="{FF2B5EF4-FFF2-40B4-BE49-F238E27FC236}">
                <a16:creationId xmlns:a16="http://schemas.microsoft.com/office/drawing/2014/main" id="{815620B5-7D16-1EDA-6F94-BD8A04C8778A}"/>
              </a:ext>
            </a:extLst>
          </p:cNvPr>
          <p:cNvCxnSpPr>
            <a:cxnSpLocks/>
            <a:stCxn id="39" idx="2"/>
            <a:endCxn id="45" idx="0"/>
          </p:cNvCxnSpPr>
          <p:nvPr/>
        </p:nvCxnSpPr>
        <p:spPr>
          <a:xfrm rot="16200000" flipH="1">
            <a:off x="7136285" y="3263876"/>
            <a:ext cx="1294052" cy="39186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连接符: 肘形 89">
            <a:extLst>
              <a:ext uri="{FF2B5EF4-FFF2-40B4-BE49-F238E27FC236}">
                <a16:creationId xmlns:a16="http://schemas.microsoft.com/office/drawing/2014/main" id="{925E3E9A-5A50-4D57-AA42-B6768EE87357}"/>
              </a:ext>
            </a:extLst>
          </p:cNvPr>
          <p:cNvCxnSpPr>
            <a:cxnSpLocks/>
            <a:stCxn id="39" idx="2"/>
            <a:endCxn id="46" idx="0"/>
          </p:cNvCxnSpPr>
          <p:nvPr/>
        </p:nvCxnSpPr>
        <p:spPr>
          <a:xfrm rot="16200000" flipH="1">
            <a:off x="7598536" y="2801625"/>
            <a:ext cx="1305723" cy="132803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连接符: 肘形 92">
            <a:extLst>
              <a:ext uri="{FF2B5EF4-FFF2-40B4-BE49-F238E27FC236}">
                <a16:creationId xmlns:a16="http://schemas.microsoft.com/office/drawing/2014/main" id="{B9948189-8108-1B94-3812-1A6246E65208}"/>
              </a:ext>
            </a:extLst>
          </p:cNvPr>
          <p:cNvCxnSpPr>
            <a:cxnSpLocks/>
            <a:stCxn id="42" idx="2"/>
            <a:endCxn id="43" idx="0"/>
          </p:cNvCxnSpPr>
          <p:nvPr/>
        </p:nvCxnSpPr>
        <p:spPr>
          <a:xfrm rot="16200000" flipH="1">
            <a:off x="10944836" y="2329149"/>
            <a:ext cx="66882" cy="103414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连接符: 肘形 95">
            <a:extLst>
              <a:ext uri="{FF2B5EF4-FFF2-40B4-BE49-F238E27FC236}">
                <a16:creationId xmlns:a16="http://schemas.microsoft.com/office/drawing/2014/main" id="{181B0C6C-5711-3CEB-A508-30C6E7645141}"/>
              </a:ext>
            </a:extLst>
          </p:cNvPr>
          <p:cNvCxnSpPr>
            <a:cxnSpLocks/>
            <a:stCxn id="42" idx="2"/>
            <a:endCxn id="47" idx="0"/>
          </p:cNvCxnSpPr>
          <p:nvPr/>
        </p:nvCxnSpPr>
        <p:spPr>
          <a:xfrm rot="5400000">
            <a:off x="9493035" y="3138662"/>
            <a:ext cx="1294052" cy="64228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连接符: 肘形 98">
            <a:extLst>
              <a:ext uri="{FF2B5EF4-FFF2-40B4-BE49-F238E27FC236}">
                <a16:creationId xmlns:a16="http://schemas.microsoft.com/office/drawing/2014/main" id="{E7E91A23-9E16-36DB-CF50-643333A957CC}"/>
              </a:ext>
            </a:extLst>
          </p:cNvPr>
          <p:cNvCxnSpPr>
            <a:cxnSpLocks/>
            <a:stCxn id="42" idx="2"/>
            <a:endCxn id="48" idx="0"/>
          </p:cNvCxnSpPr>
          <p:nvPr/>
        </p:nvCxnSpPr>
        <p:spPr>
          <a:xfrm rot="16200000" flipH="1">
            <a:off x="9966957" y="3307028"/>
            <a:ext cx="1282381" cy="29388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连接符: 肘形 101">
            <a:extLst>
              <a:ext uri="{FF2B5EF4-FFF2-40B4-BE49-F238E27FC236}">
                <a16:creationId xmlns:a16="http://schemas.microsoft.com/office/drawing/2014/main" id="{BC8B793B-1246-5009-FDD7-072DEF68AEE3}"/>
              </a:ext>
            </a:extLst>
          </p:cNvPr>
          <p:cNvCxnSpPr>
            <a:cxnSpLocks/>
            <a:stCxn id="42" idx="2"/>
            <a:endCxn id="49" idx="0"/>
          </p:cNvCxnSpPr>
          <p:nvPr/>
        </p:nvCxnSpPr>
        <p:spPr>
          <a:xfrm rot="16200000" flipH="1">
            <a:off x="10429207" y="2844778"/>
            <a:ext cx="1294052" cy="123005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连接符: 肘形 104">
            <a:extLst>
              <a:ext uri="{FF2B5EF4-FFF2-40B4-BE49-F238E27FC236}">
                <a16:creationId xmlns:a16="http://schemas.microsoft.com/office/drawing/2014/main" id="{6447F533-87EF-A615-AE8B-BDE2DFFB52B2}"/>
              </a:ext>
            </a:extLst>
          </p:cNvPr>
          <p:cNvCxnSpPr>
            <a:cxnSpLocks/>
            <a:stCxn id="17" idx="2"/>
            <a:endCxn id="34" idx="0"/>
          </p:cNvCxnSpPr>
          <p:nvPr/>
        </p:nvCxnSpPr>
        <p:spPr>
          <a:xfrm rot="16200000" flipH="1">
            <a:off x="1365373" y="3436011"/>
            <a:ext cx="654710" cy="66402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连接符: 肘形 107">
            <a:extLst>
              <a:ext uri="{FF2B5EF4-FFF2-40B4-BE49-F238E27FC236}">
                <a16:creationId xmlns:a16="http://schemas.microsoft.com/office/drawing/2014/main" id="{A757AA5B-07E0-A217-020B-9C35B8E94662}"/>
              </a:ext>
            </a:extLst>
          </p:cNvPr>
          <p:cNvCxnSpPr>
            <a:cxnSpLocks/>
            <a:stCxn id="17" idx="2"/>
            <a:endCxn id="33" idx="0"/>
          </p:cNvCxnSpPr>
          <p:nvPr/>
        </p:nvCxnSpPr>
        <p:spPr>
          <a:xfrm rot="5400000">
            <a:off x="891453" y="3637790"/>
            <a:ext cx="666381" cy="27214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连接符: 肘形 110">
            <a:extLst>
              <a:ext uri="{FF2B5EF4-FFF2-40B4-BE49-F238E27FC236}">
                <a16:creationId xmlns:a16="http://schemas.microsoft.com/office/drawing/2014/main" id="{9F3280EA-0270-FE3B-375A-A5BDB7010103}"/>
              </a:ext>
            </a:extLst>
          </p:cNvPr>
          <p:cNvCxnSpPr>
            <a:cxnSpLocks/>
            <a:stCxn id="17" idx="2"/>
            <a:endCxn id="35" idx="0"/>
          </p:cNvCxnSpPr>
          <p:nvPr/>
        </p:nvCxnSpPr>
        <p:spPr>
          <a:xfrm rot="16200000" flipH="1">
            <a:off x="1827624" y="2973760"/>
            <a:ext cx="666381" cy="160020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连接符: 肘形 113">
            <a:extLst>
              <a:ext uri="{FF2B5EF4-FFF2-40B4-BE49-F238E27FC236}">
                <a16:creationId xmlns:a16="http://schemas.microsoft.com/office/drawing/2014/main" id="{895E6C37-38F3-DA27-F28C-63293545AD6E}"/>
              </a:ext>
            </a:extLst>
          </p:cNvPr>
          <p:cNvCxnSpPr>
            <a:cxnSpLocks/>
            <a:stCxn id="30" idx="2"/>
            <a:endCxn id="36" idx="0"/>
          </p:cNvCxnSpPr>
          <p:nvPr/>
        </p:nvCxnSpPr>
        <p:spPr>
          <a:xfrm rot="5400000">
            <a:off x="3838577" y="3580443"/>
            <a:ext cx="666772" cy="38644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连接符: 肘形 116">
            <a:extLst>
              <a:ext uri="{FF2B5EF4-FFF2-40B4-BE49-F238E27FC236}">
                <a16:creationId xmlns:a16="http://schemas.microsoft.com/office/drawing/2014/main" id="{5460196B-BA9F-B5A9-8812-8205F15EE12A}"/>
              </a:ext>
            </a:extLst>
          </p:cNvPr>
          <p:cNvCxnSpPr>
            <a:cxnSpLocks/>
            <a:stCxn id="30" idx="2"/>
            <a:endCxn id="37" idx="0"/>
          </p:cNvCxnSpPr>
          <p:nvPr/>
        </p:nvCxnSpPr>
        <p:spPr>
          <a:xfrm rot="16200000" flipH="1">
            <a:off x="4312499" y="3492967"/>
            <a:ext cx="655101" cy="54972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连接符: 肘形 119">
            <a:extLst>
              <a:ext uri="{FF2B5EF4-FFF2-40B4-BE49-F238E27FC236}">
                <a16:creationId xmlns:a16="http://schemas.microsoft.com/office/drawing/2014/main" id="{BE647173-A9D9-F86F-2919-5AC3F198E817}"/>
              </a:ext>
            </a:extLst>
          </p:cNvPr>
          <p:cNvCxnSpPr>
            <a:cxnSpLocks/>
            <a:stCxn id="30" idx="2"/>
            <a:endCxn id="38" idx="0"/>
          </p:cNvCxnSpPr>
          <p:nvPr/>
        </p:nvCxnSpPr>
        <p:spPr>
          <a:xfrm rot="16200000" flipH="1">
            <a:off x="4774749" y="3030717"/>
            <a:ext cx="666772" cy="148589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连接符: 肘形 123">
            <a:extLst>
              <a:ext uri="{FF2B5EF4-FFF2-40B4-BE49-F238E27FC236}">
                <a16:creationId xmlns:a16="http://schemas.microsoft.com/office/drawing/2014/main" id="{8C6E3710-1B0F-3DEC-C997-279C1E7BC06D}"/>
              </a:ext>
            </a:extLst>
          </p:cNvPr>
          <p:cNvCxnSpPr>
            <a:stCxn id="33" idx="4"/>
            <a:endCxn id="20" idx="0"/>
          </p:cNvCxnSpPr>
          <p:nvPr/>
        </p:nvCxnSpPr>
        <p:spPr>
          <a:xfrm rot="16200000" flipH="1">
            <a:off x="799536" y="4922865"/>
            <a:ext cx="1176787" cy="598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连接符: 肘形 124">
            <a:extLst>
              <a:ext uri="{FF2B5EF4-FFF2-40B4-BE49-F238E27FC236}">
                <a16:creationId xmlns:a16="http://schemas.microsoft.com/office/drawing/2014/main" id="{C80C88CC-8926-8DE9-B0A8-45760D4EB2DC}"/>
              </a:ext>
            </a:extLst>
          </p:cNvPr>
          <p:cNvCxnSpPr>
            <a:cxnSpLocks/>
            <a:stCxn id="34" idx="4"/>
            <a:endCxn id="21" idx="0"/>
          </p:cNvCxnSpPr>
          <p:nvPr/>
        </p:nvCxnSpPr>
        <p:spPr>
          <a:xfrm rot="16200000" flipH="1">
            <a:off x="1787198" y="4859705"/>
            <a:ext cx="1182671" cy="70758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连接符: 肘形 127">
            <a:extLst>
              <a:ext uri="{FF2B5EF4-FFF2-40B4-BE49-F238E27FC236}">
                <a16:creationId xmlns:a16="http://schemas.microsoft.com/office/drawing/2014/main" id="{1EE85880-7352-96CC-EB9D-A73DF10DBA8A}"/>
              </a:ext>
            </a:extLst>
          </p:cNvPr>
          <p:cNvCxnSpPr>
            <a:cxnSpLocks/>
            <a:stCxn id="35" idx="4"/>
            <a:endCxn id="22" idx="0"/>
          </p:cNvCxnSpPr>
          <p:nvPr/>
        </p:nvCxnSpPr>
        <p:spPr>
          <a:xfrm rot="16200000" flipH="1">
            <a:off x="2783636" y="4811110"/>
            <a:ext cx="1171000" cy="81644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连接符: 肘形 131">
            <a:extLst>
              <a:ext uri="{FF2B5EF4-FFF2-40B4-BE49-F238E27FC236}">
                <a16:creationId xmlns:a16="http://schemas.microsoft.com/office/drawing/2014/main" id="{68D78B03-A5E9-E94E-4239-ABE1578407B9}"/>
              </a:ext>
            </a:extLst>
          </p:cNvPr>
          <p:cNvCxnSpPr>
            <a:cxnSpLocks/>
            <a:stCxn id="44" idx="4"/>
            <a:endCxn id="20" idx="0"/>
          </p:cNvCxnSpPr>
          <p:nvPr/>
        </p:nvCxnSpPr>
        <p:spPr>
          <a:xfrm rot="5400000">
            <a:off x="3782511" y="2550060"/>
            <a:ext cx="1165336" cy="5355781"/>
          </a:xfrm>
          <a:prstGeom prst="bentConnector3">
            <a:avLst>
              <a:gd name="adj1" fmla="val 16371"/>
            </a:avLst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连接符: 肘形 139">
            <a:extLst>
              <a:ext uri="{FF2B5EF4-FFF2-40B4-BE49-F238E27FC236}">
                <a16:creationId xmlns:a16="http://schemas.microsoft.com/office/drawing/2014/main" id="{23B90174-711A-C914-D4D5-4D5874900EA1}"/>
              </a:ext>
            </a:extLst>
          </p:cNvPr>
          <p:cNvCxnSpPr>
            <a:cxnSpLocks/>
            <a:stCxn id="45" idx="4"/>
            <a:endCxn id="21" idx="0"/>
          </p:cNvCxnSpPr>
          <p:nvPr/>
        </p:nvCxnSpPr>
        <p:spPr>
          <a:xfrm rot="5400000">
            <a:off x="4770172" y="2595762"/>
            <a:ext cx="1171220" cy="5246918"/>
          </a:xfrm>
          <a:prstGeom prst="bentConnector3">
            <a:avLst>
              <a:gd name="adj1" fmla="val 28623"/>
            </a:avLst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连接符: 肘形 145">
            <a:extLst>
              <a:ext uri="{FF2B5EF4-FFF2-40B4-BE49-F238E27FC236}">
                <a16:creationId xmlns:a16="http://schemas.microsoft.com/office/drawing/2014/main" id="{52828231-BCD2-D764-7496-E06E7D33D64A}"/>
              </a:ext>
            </a:extLst>
          </p:cNvPr>
          <p:cNvCxnSpPr>
            <a:cxnSpLocks/>
            <a:stCxn id="46" idx="4"/>
            <a:endCxn id="22" idx="0"/>
          </p:cNvCxnSpPr>
          <p:nvPr/>
        </p:nvCxnSpPr>
        <p:spPr>
          <a:xfrm rot="5400000">
            <a:off x="5766611" y="2656028"/>
            <a:ext cx="1159549" cy="5138056"/>
          </a:xfrm>
          <a:prstGeom prst="bentConnector3">
            <a:avLst>
              <a:gd name="adj1" fmla="val 40612"/>
            </a:avLst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连接符: 肘形 148">
            <a:extLst>
              <a:ext uri="{FF2B5EF4-FFF2-40B4-BE49-F238E27FC236}">
                <a16:creationId xmlns:a16="http://schemas.microsoft.com/office/drawing/2014/main" id="{44619836-0ECC-43CD-6C2F-1C8A2E9F5E45}"/>
              </a:ext>
            </a:extLst>
          </p:cNvPr>
          <p:cNvCxnSpPr>
            <a:cxnSpLocks/>
            <a:stCxn id="36" idx="4"/>
            <a:endCxn id="26" idx="0"/>
          </p:cNvCxnSpPr>
          <p:nvPr/>
        </p:nvCxnSpPr>
        <p:spPr>
          <a:xfrm rot="16200000" flipH="1">
            <a:off x="5724760" y="2887810"/>
            <a:ext cx="1161582" cy="4653623"/>
          </a:xfrm>
          <a:prstGeom prst="bentConnector3">
            <a:avLst>
              <a:gd name="adj1" fmla="val 74366"/>
            </a:avLst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连接符: 肘形 152">
            <a:extLst>
              <a:ext uri="{FF2B5EF4-FFF2-40B4-BE49-F238E27FC236}">
                <a16:creationId xmlns:a16="http://schemas.microsoft.com/office/drawing/2014/main" id="{69BD32FF-11E3-D649-5F72-2FC4BCCC63F6}"/>
              </a:ext>
            </a:extLst>
          </p:cNvPr>
          <p:cNvCxnSpPr>
            <a:cxnSpLocks/>
            <a:stCxn id="37" idx="4"/>
            <a:endCxn id="27" idx="0"/>
          </p:cNvCxnSpPr>
          <p:nvPr/>
        </p:nvCxnSpPr>
        <p:spPr>
          <a:xfrm rot="16200000" flipH="1">
            <a:off x="6859379" y="2677693"/>
            <a:ext cx="1167466" cy="5056400"/>
          </a:xfrm>
          <a:prstGeom prst="bentConnector3">
            <a:avLst>
              <a:gd name="adj1" fmla="val 66784"/>
            </a:avLst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连接符: 肘形 157">
            <a:extLst>
              <a:ext uri="{FF2B5EF4-FFF2-40B4-BE49-F238E27FC236}">
                <a16:creationId xmlns:a16="http://schemas.microsoft.com/office/drawing/2014/main" id="{237074B1-2CB9-587E-BE7B-A481B8D49BFF}"/>
              </a:ext>
            </a:extLst>
          </p:cNvPr>
          <p:cNvCxnSpPr>
            <a:cxnSpLocks/>
            <a:stCxn id="38" idx="4"/>
            <a:endCxn id="28" idx="0"/>
          </p:cNvCxnSpPr>
          <p:nvPr/>
        </p:nvCxnSpPr>
        <p:spPr>
          <a:xfrm rot="16200000" flipH="1">
            <a:off x="8002775" y="2482139"/>
            <a:ext cx="1155795" cy="5459177"/>
          </a:xfrm>
          <a:prstGeom prst="bentConnector3">
            <a:avLst>
              <a:gd name="adj1" fmla="val 55651"/>
            </a:avLst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连接符: 肘形 161">
            <a:extLst>
              <a:ext uri="{FF2B5EF4-FFF2-40B4-BE49-F238E27FC236}">
                <a16:creationId xmlns:a16="http://schemas.microsoft.com/office/drawing/2014/main" id="{204AEE84-EA8F-16B6-40C1-9670D24626EB}"/>
              </a:ext>
            </a:extLst>
          </p:cNvPr>
          <p:cNvCxnSpPr>
            <a:cxnSpLocks/>
            <a:stCxn id="47" idx="4"/>
            <a:endCxn id="26" idx="0"/>
          </p:cNvCxnSpPr>
          <p:nvPr/>
        </p:nvCxnSpPr>
        <p:spPr>
          <a:xfrm rot="5400000">
            <a:off x="8644739" y="4621235"/>
            <a:ext cx="1161802" cy="118655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连接符: 肘形 164">
            <a:extLst>
              <a:ext uri="{FF2B5EF4-FFF2-40B4-BE49-F238E27FC236}">
                <a16:creationId xmlns:a16="http://schemas.microsoft.com/office/drawing/2014/main" id="{97B09909-48C0-0072-4C1E-449F1CC93CB0}"/>
              </a:ext>
            </a:extLst>
          </p:cNvPr>
          <p:cNvCxnSpPr>
            <a:cxnSpLocks/>
            <a:stCxn id="48" idx="4"/>
            <a:endCxn id="27" idx="0"/>
          </p:cNvCxnSpPr>
          <p:nvPr/>
        </p:nvCxnSpPr>
        <p:spPr>
          <a:xfrm rot="5400000">
            <a:off x="9779358" y="4813895"/>
            <a:ext cx="1167686" cy="78377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连接符: 肘形 168">
            <a:extLst>
              <a:ext uri="{FF2B5EF4-FFF2-40B4-BE49-F238E27FC236}">
                <a16:creationId xmlns:a16="http://schemas.microsoft.com/office/drawing/2014/main" id="{3E7CA0C9-259B-6AE3-D9EC-B62CCCB38EE8}"/>
              </a:ext>
            </a:extLst>
          </p:cNvPr>
          <p:cNvCxnSpPr>
            <a:cxnSpLocks/>
            <a:stCxn id="49" idx="4"/>
            <a:endCxn id="28" idx="0"/>
          </p:cNvCxnSpPr>
          <p:nvPr/>
        </p:nvCxnSpPr>
        <p:spPr>
          <a:xfrm rot="5400000">
            <a:off x="10922754" y="5021118"/>
            <a:ext cx="1156015" cy="38100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文本框 171">
            <a:extLst>
              <a:ext uri="{FF2B5EF4-FFF2-40B4-BE49-F238E27FC236}">
                <a16:creationId xmlns:a16="http://schemas.microsoft.com/office/drawing/2014/main" id="{7AD537C7-7821-AA83-1D3B-5E0C4681B814}"/>
              </a:ext>
            </a:extLst>
          </p:cNvPr>
          <p:cNvSpPr txBox="1"/>
          <p:nvPr/>
        </p:nvSpPr>
        <p:spPr>
          <a:xfrm>
            <a:off x="4925838" y="1537582"/>
            <a:ext cx="202472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</a:rPr>
              <a:t>※4</a:t>
            </a:r>
            <a:r>
              <a:rPr lang="zh-CN" altLang="en-US" sz="1400" dirty="0">
                <a:solidFill>
                  <a:srgbClr val="FF0000"/>
                </a:solidFill>
              </a:rPr>
              <a:t>寸屏最多</a:t>
            </a:r>
            <a:r>
              <a:rPr lang="en-US" altLang="zh-CN" sz="1400" dirty="0">
                <a:solidFill>
                  <a:srgbClr val="FF0000"/>
                </a:solidFill>
              </a:rPr>
              <a:t>10</a:t>
            </a:r>
            <a:r>
              <a:rPr lang="zh-CN" altLang="en-US" sz="1400" dirty="0">
                <a:solidFill>
                  <a:srgbClr val="FF0000"/>
                </a:solidFill>
              </a:rPr>
              <a:t>台</a:t>
            </a:r>
            <a:endParaRPr lang="en-US" altLang="zh-CN" sz="1400" dirty="0">
              <a:solidFill>
                <a:srgbClr val="FF0000"/>
              </a:solidFill>
            </a:endParaRPr>
          </a:p>
          <a:p>
            <a:r>
              <a:rPr lang="en-US" altLang="zh-CN" sz="1400" dirty="0">
                <a:solidFill>
                  <a:srgbClr val="FF0000"/>
                </a:solidFill>
              </a:rPr>
              <a:t>※4</a:t>
            </a:r>
            <a:r>
              <a:rPr lang="zh-CN" altLang="en-US" sz="1400" dirty="0">
                <a:solidFill>
                  <a:srgbClr val="FF0000"/>
                </a:solidFill>
              </a:rPr>
              <a:t>寸屏下的新风</a:t>
            </a:r>
            <a:r>
              <a:rPr lang="en-US" altLang="zh-CN" sz="1400" dirty="0">
                <a:solidFill>
                  <a:srgbClr val="FF0000"/>
                </a:solidFill>
              </a:rPr>
              <a:t>/</a:t>
            </a:r>
            <a:r>
              <a:rPr lang="zh-CN" altLang="en-US" sz="1400" dirty="0">
                <a:solidFill>
                  <a:srgbClr val="FF0000"/>
                </a:solidFill>
              </a:rPr>
              <a:t>调湿</a:t>
            </a:r>
            <a:r>
              <a:rPr lang="en-US" altLang="zh-CN" sz="1400" dirty="0">
                <a:solidFill>
                  <a:srgbClr val="FF0000"/>
                </a:solidFill>
              </a:rPr>
              <a:t>/</a:t>
            </a:r>
            <a:r>
              <a:rPr lang="zh-CN" altLang="en-US" sz="1400" dirty="0">
                <a:solidFill>
                  <a:srgbClr val="FF0000"/>
                </a:solidFill>
              </a:rPr>
              <a:t>除菌必须在同一个区域</a:t>
            </a:r>
          </a:p>
        </p:txBody>
      </p:sp>
      <p:sp>
        <p:nvSpPr>
          <p:cNvPr id="173" name="矩形 172">
            <a:extLst>
              <a:ext uri="{FF2B5EF4-FFF2-40B4-BE49-F238E27FC236}">
                <a16:creationId xmlns:a16="http://schemas.microsoft.com/office/drawing/2014/main" id="{19839DE9-CC34-A841-E509-F044E1949018}"/>
              </a:ext>
            </a:extLst>
          </p:cNvPr>
          <p:cNvSpPr/>
          <p:nvPr/>
        </p:nvSpPr>
        <p:spPr>
          <a:xfrm>
            <a:off x="1420573" y="6415997"/>
            <a:ext cx="762001" cy="369332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8E29E9D7-E16C-2065-BC7D-5A18AA114439}"/>
              </a:ext>
            </a:extLst>
          </p:cNvPr>
          <p:cNvSpPr txBox="1"/>
          <p:nvPr/>
        </p:nvSpPr>
        <p:spPr>
          <a:xfrm>
            <a:off x="2133636" y="6415997"/>
            <a:ext cx="2024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区域</a:t>
            </a:r>
            <a:r>
              <a:rPr lang="en-US" altLang="zh-CN" dirty="0"/>
              <a:t>1</a:t>
            </a:r>
          </a:p>
        </p:txBody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513710AD-F245-9027-5381-2E1924F85754}"/>
              </a:ext>
            </a:extLst>
          </p:cNvPr>
          <p:cNvSpPr/>
          <p:nvPr/>
        </p:nvSpPr>
        <p:spPr>
          <a:xfrm>
            <a:off x="9203836" y="6386777"/>
            <a:ext cx="762001" cy="369332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6" name="文本框 175">
            <a:extLst>
              <a:ext uri="{FF2B5EF4-FFF2-40B4-BE49-F238E27FC236}">
                <a16:creationId xmlns:a16="http://schemas.microsoft.com/office/drawing/2014/main" id="{239CFE11-4929-8BA7-0BFB-D8C70D4451C9}"/>
              </a:ext>
            </a:extLst>
          </p:cNvPr>
          <p:cNvSpPr txBox="1"/>
          <p:nvPr/>
        </p:nvSpPr>
        <p:spPr>
          <a:xfrm>
            <a:off x="9916899" y="6386777"/>
            <a:ext cx="2024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区域</a:t>
            </a:r>
            <a:r>
              <a:rPr lang="en-US" altLang="zh-CN" dirty="0"/>
              <a:t>2</a:t>
            </a:r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BD15E024-DDB0-CF2C-E5F8-C5D9B5A11252}"/>
              </a:ext>
            </a:extLst>
          </p:cNvPr>
          <p:cNvSpPr txBox="1"/>
          <p:nvPr/>
        </p:nvSpPr>
        <p:spPr>
          <a:xfrm>
            <a:off x="8583426" y="1514787"/>
            <a:ext cx="2024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</a:rPr>
              <a:t>※</a:t>
            </a:r>
            <a:r>
              <a:rPr lang="zh-CN" altLang="en-US" sz="1400" dirty="0">
                <a:solidFill>
                  <a:srgbClr val="FF0000"/>
                </a:solidFill>
              </a:rPr>
              <a:t>空调网关只有</a:t>
            </a:r>
            <a:r>
              <a:rPr lang="en-US" altLang="zh-CN" sz="1400" dirty="0">
                <a:solidFill>
                  <a:srgbClr val="FF0000"/>
                </a:solidFill>
              </a:rPr>
              <a:t>1</a:t>
            </a:r>
            <a:r>
              <a:rPr lang="zh-CN" altLang="en-US" sz="1400" dirty="0">
                <a:solidFill>
                  <a:srgbClr val="FF0000"/>
                </a:solidFill>
              </a:rPr>
              <a:t>台</a:t>
            </a:r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20E8E575-0C79-73A1-62EA-4BD4B4196F15}"/>
              </a:ext>
            </a:extLst>
          </p:cNvPr>
          <p:cNvSpPr txBox="1"/>
          <p:nvPr/>
        </p:nvSpPr>
        <p:spPr>
          <a:xfrm>
            <a:off x="-27183" y="2645195"/>
            <a:ext cx="10830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7030A0"/>
                </a:solidFill>
              </a:rPr>
              <a:t>※</a:t>
            </a:r>
            <a:r>
              <a:rPr lang="zh-CN" altLang="en-US" sz="1400" dirty="0">
                <a:solidFill>
                  <a:srgbClr val="7030A0"/>
                </a:solidFill>
              </a:rPr>
              <a:t>区域最多</a:t>
            </a:r>
            <a:r>
              <a:rPr lang="en-US" altLang="zh-CN" sz="1400" dirty="0">
                <a:solidFill>
                  <a:srgbClr val="7030A0"/>
                </a:solidFill>
              </a:rPr>
              <a:t>20</a:t>
            </a:r>
            <a:r>
              <a:rPr lang="zh-CN" altLang="en-US" sz="1400" dirty="0">
                <a:solidFill>
                  <a:srgbClr val="7030A0"/>
                </a:solidFill>
              </a:rPr>
              <a:t>个。</a:t>
            </a:r>
            <a:endParaRPr lang="en-US" altLang="zh-CN" sz="1400" dirty="0">
              <a:solidFill>
                <a:srgbClr val="7030A0"/>
              </a:solidFill>
            </a:endParaRPr>
          </a:p>
          <a:p>
            <a:r>
              <a:rPr lang="en-US" altLang="zh-CN" sz="1400" dirty="0">
                <a:solidFill>
                  <a:srgbClr val="7030A0"/>
                </a:solidFill>
              </a:rPr>
              <a:t>※</a:t>
            </a:r>
            <a:r>
              <a:rPr lang="zh-CN" altLang="en-US" sz="1400" dirty="0">
                <a:solidFill>
                  <a:srgbClr val="7030A0"/>
                </a:solidFill>
              </a:rPr>
              <a:t>带</a:t>
            </a:r>
            <a:r>
              <a:rPr lang="en-US" altLang="zh-CN" sz="1400" dirty="0">
                <a:solidFill>
                  <a:srgbClr val="7030A0"/>
                </a:solidFill>
              </a:rPr>
              <a:t>4</a:t>
            </a:r>
            <a:r>
              <a:rPr lang="zh-CN" altLang="en-US" sz="1400" dirty="0">
                <a:solidFill>
                  <a:srgbClr val="7030A0"/>
                </a:solidFill>
              </a:rPr>
              <a:t>寸屏的最多</a:t>
            </a:r>
            <a:r>
              <a:rPr lang="en-US" altLang="zh-CN" sz="1400" dirty="0">
                <a:solidFill>
                  <a:srgbClr val="7030A0"/>
                </a:solidFill>
              </a:rPr>
              <a:t>10</a:t>
            </a:r>
            <a:r>
              <a:rPr lang="zh-CN" altLang="en-US" sz="1400" dirty="0">
                <a:solidFill>
                  <a:srgbClr val="7030A0"/>
                </a:solidFill>
              </a:rPr>
              <a:t>个。</a:t>
            </a:r>
          </a:p>
        </p:txBody>
      </p:sp>
      <p:sp>
        <p:nvSpPr>
          <p:cNvPr id="179" name="文本框 178">
            <a:extLst>
              <a:ext uri="{FF2B5EF4-FFF2-40B4-BE49-F238E27FC236}">
                <a16:creationId xmlns:a16="http://schemas.microsoft.com/office/drawing/2014/main" id="{EB5A33D4-B505-F353-53A3-BE126703C63A}"/>
              </a:ext>
            </a:extLst>
          </p:cNvPr>
          <p:cNvSpPr txBox="1"/>
          <p:nvPr/>
        </p:nvSpPr>
        <p:spPr>
          <a:xfrm>
            <a:off x="-38083" y="4589424"/>
            <a:ext cx="89804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</a:rPr>
              <a:t>※1</a:t>
            </a:r>
            <a:r>
              <a:rPr lang="zh-CN" altLang="en-US" sz="1400" dirty="0">
                <a:solidFill>
                  <a:srgbClr val="FF0000"/>
                </a:solidFill>
              </a:rPr>
              <a:t>个区域房间最多</a:t>
            </a:r>
            <a:r>
              <a:rPr lang="en-US" altLang="zh-CN" sz="1400" dirty="0">
                <a:solidFill>
                  <a:srgbClr val="FF0000"/>
                </a:solidFill>
              </a:rPr>
              <a:t>72</a:t>
            </a:r>
            <a:r>
              <a:rPr lang="zh-CN" altLang="en-US" sz="1400" dirty="0">
                <a:solidFill>
                  <a:srgbClr val="FF0000"/>
                </a:solidFill>
              </a:rPr>
              <a:t>个。</a:t>
            </a:r>
          </a:p>
        </p:txBody>
      </p:sp>
      <p:sp>
        <p:nvSpPr>
          <p:cNvPr id="180" name="文本框 179">
            <a:extLst>
              <a:ext uri="{FF2B5EF4-FFF2-40B4-BE49-F238E27FC236}">
                <a16:creationId xmlns:a16="http://schemas.microsoft.com/office/drawing/2014/main" id="{EADA83BF-1D10-C244-450C-703BFF9FEBBD}"/>
              </a:ext>
            </a:extLst>
          </p:cNvPr>
          <p:cNvSpPr txBox="1"/>
          <p:nvPr/>
        </p:nvSpPr>
        <p:spPr>
          <a:xfrm>
            <a:off x="8011932" y="2125063"/>
            <a:ext cx="202472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</a:rPr>
              <a:t>※</a:t>
            </a:r>
            <a:r>
              <a:rPr lang="zh-CN" altLang="en-US" sz="1400" dirty="0">
                <a:solidFill>
                  <a:srgbClr val="FF0000"/>
                </a:solidFill>
              </a:rPr>
              <a:t>有水热交换器的情况下，室内机和室外机要属于同一个区域。</a:t>
            </a:r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D15EF86E-E382-5045-810D-4BFE0DFC10C6}"/>
              </a:ext>
            </a:extLst>
          </p:cNvPr>
          <p:cNvSpPr/>
          <p:nvPr/>
        </p:nvSpPr>
        <p:spPr>
          <a:xfrm>
            <a:off x="6694764" y="3853114"/>
            <a:ext cx="674902" cy="237531"/>
          </a:xfrm>
          <a:prstGeom prst="rect">
            <a:avLst/>
          </a:prstGeom>
          <a:solidFill>
            <a:srgbClr val="DAE3F3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地暖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7" name="矩形 186">
            <a:extLst>
              <a:ext uri="{FF2B5EF4-FFF2-40B4-BE49-F238E27FC236}">
                <a16:creationId xmlns:a16="http://schemas.microsoft.com/office/drawing/2014/main" id="{D7EFFBEA-87C0-CFD2-B4A3-5615B0A5CA5C}"/>
              </a:ext>
            </a:extLst>
          </p:cNvPr>
          <p:cNvSpPr/>
          <p:nvPr/>
        </p:nvSpPr>
        <p:spPr>
          <a:xfrm>
            <a:off x="7641790" y="3836224"/>
            <a:ext cx="674902" cy="237531"/>
          </a:xfrm>
          <a:prstGeom prst="rect">
            <a:avLst/>
          </a:prstGeom>
          <a:solidFill>
            <a:srgbClr val="DAE3F3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地暖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8" name="矩形 187">
            <a:extLst>
              <a:ext uri="{FF2B5EF4-FFF2-40B4-BE49-F238E27FC236}">
                <a16:creationId xmlns:a16="http://schemas.microsoft.com/office/drawing/2014/main" id="{45BEB52B-B2F0-3998-1ABD-87BF421E7E89}"/>
              </a:ext>
            </a:extLst>
          </p:cNvPr>
          <p:cNvSpPr/>
          <p:nvPr/>
        </p:nvSpPr>
        <p:spPr>
          <a:xfrm>
            <a:off x="10474852" y="3875498"/>
            <a:ext cx="674902" cy="237531"/>
          </a:xfrm>
          <a:prstGeom prst="rect">
            <a:avLst/>
          </a:prstGeom>
          <a:solidFill>
            <a:srgbClr val="FFF2CC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地暖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9" name="矩形 188">
            <a:extLst>
              <a:ext uri="{FF2B5EF4-FFF2-40B4-BE49-F238E27FC236}">
                <a16:creationId xmlns:a16="http://schemas.microsoft.com/office/drawing/2014/main" id="{A4922C97-1BF9-0BCF-9959-CED754C1C354}"/>
              </a:ext>
            </a:extLst>
          </p:cNvPr>
          <p:cNvSpPr/>
          <p:nvPr/>
        </p:nvSpPr>
        <p:spPr>
          <a:xfrm>
            <a:off x="11421878" y="3858608"/>
            <a:ext cx="674902" cy="237531"/>
          </a:xfrm>
          <a:prstGeom prst="rect">
            <a:avLst/>
          </a:prstGeom>
          <a:solidFill>
            <a:srgbClr val="FFF2CC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地暖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0" name="文本框 189">
            <a:extLst>
              <a:ext uri="{FF2B5EF4-FFF2-40B4-BE49-F238E27FC236}">
                <a16:creationId xmlns:a16="http://schemas.microsoft.com/office/drawing/2014/main" id="{B5BFB28E-9966-E6BA-01E2-EC77ABCA26A3}"/>
              </a:ext>
            </a:extLst>
          </p:cNvPr>
          <p:cNvSpPr txBox="1"/>
          <p:nvPr/>
        </p:nvSpPr>
        <p:spPr>
          <a:xfrm>
            <a:off x="54440" y="43727"/>
            <a:ext cx="1970303" cy="369332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空质</a:t>
            </a:r>
            <a:r>
              <a:rPr lang="en-US" altLang="zh-CN" b="1" dirty="0">
                <a:solidFill>
                  <a:schemeClr val="bg1"/>
                </a:solidFill>
              </a:rPr>
              <a:t>+</a:t>
            </a:r>
            <a:r>
              <a:rPr lang="zh-CN" altLang="en-US" b="1" dirty="0">
                <a:solidFill>
                  <a:schemeClr val="bg1"/>
                </a:solidFill>
              </a:rPr>
              <a:t>空调</a:t>
            </a:r>
            <a:r>
              <a:rPr lang="en-US" altLang="zh-CN" b="1" dirty="0">
                <a:solidFill>
                  <a:schemeClr val="bg1"/>
                </a:solidFill>
              </a:rPr>
              <a:t>+</a:t>
            </a:r>
            <a:r>
              <a:rPr lang="zh-CN" altLang="en-US" b="1" dirty="0">
                <a:solidFill>
                  <a:schemeClr val="bg1"/>
                </a:solidFill>
              </a:rPr>
              <a:t>地暖</a:t>
            </a:r>
          </a:p>
        </p:txBody>
      </p:sp>
      <p:sp>
        <p:nvSpPr>
          <p:cNvPr id="191" name="矩形 190">
            <a:extLst>
              <a:ext uri="{FF2B5EF4-FFF2-40B4-BE49-F238E27FC236}">
                <a16:creationId xmlns:a16="http://schemas.microsoft.com/office/drawing/2014/main" id="{0AAB5AF6-48A9-F489-674A-E3480EF7EF2B}"/>
              </a:ext>
            </a:extLst>
          </p:cNvPr>
          <p:cNvSpPr/>
          <p:nvPr/>
        </p:nvSpPr>
        <p:spPr>
          <a:xfrm>
            <a:off x="1420573" y="6415997"/>
            <a:ext cx="762001" cy="369332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楼</a:t>
            </a:r>
          </a:p>
        </p:txBody>
      </p:sp>
      <p:sp>
        <p:nvSpPr>
          <p:cNvPr id="192" name="矩形 191">
            <a:extLst>
              <a:ext uri="{FF2B5EF4-FFF2-40B4-BE49-F238E27FC236}">
                <a16:creationId xmlns:a16="http://schemas.microsoft.com/office/drawing/2014/main" id="{556DA682-2F5F-8CCA-4985-9ACE731B0709}"/>
              </a:ext>
            </a:extLst>
          </p:cNvPr>
          <p:cNvSpPr/>
          <p:nvPr/>
        </p:nvSpPr>
        <p:spPr>
          <a:xfrm>
            <a:off x="9203836" y="6386777"/>
            <a:ext cx="762001" cy="369332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楼</a:t>
            </a:r>
          </a:p>
        </p:txBody>
      </p:sp>
      <p:cxnSp>
        <p:nvCxnSpPr>
          <p:cNvPr id="2" name="连接符: 肘形 1">
            <a:extLst>
              <a:ext uri="{FF2B5EF4-FFF2-40B4-BE49-F238E27FC236}">
                <a16:creationId xmlns:a16="http://schemas.microsoft.com/office/drawing/2014/main" id="{F8D5B5F0-779A-23C3-9AF4-94BFB94548CE}"/>
              </a:ext>
            </a:extLst>
          </p:cNvPr>
          <p:cNvCxnSpPr>
            <a:cxnSpLocks/>
            <a:stCxn id="14" idx="2"/>
            <a:endCxn id="42" idx="0"/>
          </p:cNvCxnSpPr>
          <p:nvPr/>
        </p:nvCxnSpPr>
        <p:spPr>
          <a:xfrm rot="16200000" flipH="1">
            <a:off x="9052276" y="1044229"/>
            <a:ext cx="308672" cy="2509185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2341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5B70831-C398-AAC0-73AD-C2DFCA2357EC}"/>
              </a:ext>
            </a:extLst>
          </p:cNvPr>
          <p:cNvCxnSpPr/>
          <p:nvPr/>
        </p:nvCxnSpPr>
        <p:spPr>
          <a:xfrm>
            <a:off x="43543" y="1306286"/>
            <a:ext cx="12104914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5EE311B3-6973-C669-E6C7-D892918FEDAD}"/>
              </a:ext>
            </a:extLst>
          </p:cNvPr>
          <p:cNvCxnSpPr/>
          <p:nvPr/>
        </p:nvCxnSpPr>
        <p:spPr>
          <a:xfrm>
            <a:off x="0" y="3547956"/>
            <a:ext cx="12104914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7769184-380D-D7B5-56B2-8FB1754473B0}"/>
              </a:ext>
            </a:extLst>
          </p:cNvPr>
          <p:cNvCxnSpPr/>
          <p:nvPr/>
        </p:nvCxnSpPr>
        <p:spPr>
          <a:xfrm>
            <a:off x="163286" y="6281058"/>
            <a:ext cx="12104914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23FFCC2E-BDE0-5B82-E608-0B6EC3093FFF}"/>
              </a:ext>
            </a:extLst>
          </p:cNvPr>
          <p:cNvSpPr txBox="1"/>
          <p:nvPr/>
        </p:nvSpPr>
        <p:spPr>
          <a:xfrm>
            <a:off x="43543" y="816428"/>
            <a:ext cx="1088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系统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D394819-DA08-0B03-5E97-C5A8C52B80AC}"/>
              </a:ext>
            </a:extLst>
          </p:cNvPr>
          <p:cNvSpPr txBox="1"/>
          <p:nvPr/>
        </p:nvSpPr>
        <p:spPr>
          <a:xfrm>
            <a:off x="43543" y="2502926"/>
            <a:ext cx="1088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区域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18D2A05-38F4-9FF7-00B6-F9CF35ACF7F2}"/>
              </a:ext>
            </a:extLst>
          </p:cNvPr>
          <p:cNvSpPr txBox="1"/>
          <p:nvPr/>
        </p:nvSpPr>
        <p:spPr>
          <a:xfrm>
            <a:off x="-21778" y="3632002"/>
            <a:ext cx="1088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房间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D872380-B1C4-8F74-F0D5-26AED782F4B6}"/>
              </a:ext>
            </a:extLst>
          </p:cNvPr>
          <p:cNvSpPr/>
          <p:nvPr/>
        </p:nvSpPr>
        <p:spPr>
          <a:xfrm>
            <a:off x="2068288" y="597942"/>
            <a:ext cx="1088571" cy="54427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寸屏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1C763F55-BBAA-1C20-5552-FE4F1BD76BC9}"/>
              </a:ext>
            </a:extLst>
          </p:cNvPr>
          <p:cNvCxnSpPr/>
          <p:nvPr/>
        </p:nvCxnSpPr>
        <p:spPr>
          <a:xfrm>
            <a:off x="43543" y="2345478"/>
            <a:ext cx="12104914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4B5DC338-2523-389C-4E8E-F34C1913DB98}"/>
              </a:ext>
            </a:extLst>
          </p:cNvPr>
          <p:cNvSpPr txBox="1"/>
          <p:nvPr/>
        </p:nvSpPr>
        <p:spPr>
          <a:xfrm>
            <a:off x="43543" y="1855620"/>
            <a:ext cx="1088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子系统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66958992-B906-5D44-04D0-F0E89E596345}"/>
              </a:ext>
            </a:extLst>
          </p:cNvPr>
          <p:cNvSpPr/>
          <p:nvPr/>
        </p:nvSpPr>
        <p:spPr>
          <a:xfrm>
            <a:off x="7326093" y="1556658"/>
            <a:ext cx="1251853" cy="58782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松下</a:t>
            </a:r>
            <a:endParaRPr lang="en-US" altLang="zh-CN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空调网关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D461244-92D6-EC0C-C17A-03C8053C21E7}"/>
              </a:ext>
            </a:extLst>
          </p:cNvPr>
          <p:cNvSpPr/>
          <p:nvPr/>
        </p:nvSpPr>
        <p:spPr>
          <a:xfrm>
            <a:off x="1823357" y="1616135"/>
            <a:ext cx="952499" cy="4688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寸屏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530FAF6-E785-5DB8-B308-2624D6D65B06}"/>
              </a:ext>
            </a:extLst>
          </p:cNvPr>
          <p:cNvSpPr/>
          <p:nvPr/>
        </p:nvSpPr>
        <p:spPr>
          <a:xfrm>
            <a:off x="979713" y="3071339"/>
            <a:ext cx="76200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新风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7C9A294-054D-C8B0-8FC2-3F82EE8EAF64}"/>
              </a:ext>
            </a:extLst>
          </p:cNvPr>
          <p:cNvSpPr/>
          <p:nvPr/>
        </p:nvSpPr>
        <p:spPr>
          <a:xfrm>
            <a:off x="1823358" y="3071339"/>
            <a:ext cx="76200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调湿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B7B18D0-0E84-09CA-2DF3-8141BBAEEF98}"/>
              </a:ext>
            </a:extLst>
          </p:cNvPr>
          <p:cNvSpPr/>
          <p:nvPr/>
        </p:nvSpPr>
        <p:spPr>
          <a:xfrm>
            <a:off x="2667003" y="3071730"/>
            <a:ext cx="76200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除菌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47847E9-3EC3-6003-DA44-0540283F58AC}"/>
              </a:ext>
            </a:extLst>
          </p:cNvPr>
          <p:cNvSpPr/>
          <p:nvPr/>
        </p:nvSpPr>
        <p:spPr>
          <a:xfrm>
            <a:off x="1306287" y="5810618"/>
            <a:ext cx="762001" cy="369332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房间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FFE7F24-BA33-8253-D4A5-F86718AA2B80}"/>
              </a:ext>
            </a:extLst>
          </p:cNvPr>
          <p:cNvSpPr/>
          <p:nvPr/>
        </p:nvSpPr>
        <p:spPr>
          <a:xfrm>
            <a:off x="2351322" y="5804831"/>
            <a:ext cx="762001" cy="369332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房间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EB8A6AB-2F86-CD07-54C1-089D4B8CC1CB}"/>
              </a:ext>
            </a:extLst>
          </p:cNvPr>
          <p:cNvSpPr/>
          <p:nvPr/>
        </p:nvSpPr>
        <p:spPr>
          <a:xfrm>
            <a:off x="3396356" y="5804831"/>
            <a:ext cx="762001" cy="369332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房间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B8FD0BA-77A5-1327-2B83-FBC783EED4D8}"/>
              </a:ext>
            </a:extLst>
          </p:cNvPr>
          <p:cNvSpPr/>
          <p:nvPr/>
        </p:nvSpPr>
        <p:spPr>
          <a:xfrm>
            <a:off x="8251362" y="5795413"/>
            <a:ext cx="762001" cy="369332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房间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ADAEF4E-14EF-9E8A-DCB3-E0223DF73E64}"/>
              </a:ext>
            </a:extLst>
          </p:cNvPr>
          <p:cNvSpPr/>
          <p:nvPr/>
        </p:nvSpPr>
        <p:spPr>
          <a:xfrm>
            <a:off x="9590311" y="5789626"/>
            <a:ext cx="762001" cy="369332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房间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837F101-5206-A999-8048-A2EF1606A5BB}"/>
              </a:ext>
            </a:extLst>
          </p:cNvPr>
          <p:cNvSpPr/>
          <p:nvPr/>
        </p:nvSpPr>
        <p:spPr>
          <a:xfrm>
            <a:off x="10929260" y="5789626"/>
            <a:ext cx="762001" cy="369332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房间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39300C13-C668-D442-1FE3-E5684ABC5007}"/>
              </a:ext>
            </a:extLst>
          </p:cNvPr>
          <p:cNvSpPr/>
          <p:nvPr/>
        </p:nvSpPr>
        <p:spPr>
          <a:xfrm>
            <a:off x="3984185" y="1616135"/>
            <a:ext cx="952499" cy="46887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寸屏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8444081-EED2-4CFD-FE29-2C1E67755639}"/>
              </a:ext>
            </a:extLst>
          </p:cNvPr>
          <p:cNvSpPr/>
          <p:nvPr/>
        </p:nvSpPr>
        <p:spPr>
          <a:xfrm>
            <a:off x="3984185" y="3070948"/>
            <a:ext cx="76200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新风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73B7FC7-8AF3-9012-CF91-61B0AFE37636}"/>
              </a:ext>
            </a:extLst>
          </p:cNvPr>
          <p:cNvSpPr/>
          <p:nvPr/>
        </p:nvSpPr>
        <p:spPr>
          <a:xfrm>
            <a:off x="4827830" y="3070948"/>
            <a:ext cx="76200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调湿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CC9AA02-6678-973A-0E23-A8D9260002E7}"/>
              </a:ext>
            </a:extLst>
          </p:cNvPr>
          <p:cNvSpPr/>
          <p:nvPr/>
        </p:nvSpPr>
        <p:spPr>
          <a:xfrm>
            <a:off x="5671475" y="3071339"/>
            <a:ext cx="76200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除菌</a:t>
            </a: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913F03F9-567E-8B82-B099-158A9D171334}"/>
              </a:ext>
            </a:extLst>
          </p:cNvPr>
          <p:cNvSpPr/>
          <p:nvPr/>
        </p:nvSpPr>
        <p:spPr>
          <a:xfrm>
            <a:off x="658585" y="4107052"/>
            <a:ext cx="859972" cy="52677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风口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192D81AC-69CA-AAC7-EE52-27B05D0ADBB0}"/>
              </a:ext>
            </a:extLst>
          </p:cNvPr>
          <p:cNvSpPr/>
          <p:nvPr/>
        </p:nvSpPr>
        <p:spPr>
          <a:xfrm>
            <a:off x="1594757" y="4095381"/>
            <a:ext cx="859972" cy="52677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风口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72F16FB7-E5E7-BB5C-742F-BF9A3B189FDD}"/>
              </a:ext>
            </a:extLst>
          </p:cNvPr>
          <p:cNvSpPr/>
          <p:nvPr/>
        </p:nvSpPr>
        <p:spPr>
          <a:xfrm>
            <a:off x="2530929" y="4107052"/>
            <a:ext cx="859972" cy="52677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风口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763FE87E-7F87-58F3-E55C-5BD0C6E0A6A5}"/>
              </a:ext>
            </a:extLst>
          </p:cNvPr>
          <p:cNvSpPr/>
          <p:nvPr/>
        </p:nvSpPr>
        <p:spPr>
          <a:xfrm>
            <a:off x="3548754" y="4107052"/>
            <a:ext cx="859972" cy="526779"/>
          </a:xfrm>
          <a:prstGeom prst="ellipse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风口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B5E34841-840D-54FB-70A4-C0FD82C177EB}"/>
              </a:ext>
            </a:extLst>
          </p:cNvPr>
          <p:cNvSpPr/>
          <p:nvPr/>
        </p:nvSpPr>
        <p:spPr>
          <a:xfrm>
            <a:off x="4484926" y="4095381"/>
            <a:ext cx="859972" cy="526779"/>
          </a:xfrm>
          <a:prstGeom prst="ellipse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风口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54914587-8336-C229-45D4-1CE614E63233}"/>
              </a:ext>
            </a:extLst>
          </p:cNvPr>
          <p:cNvSpPr/>
          <p:nvPr/>
        </p:nvSpPr>
        <p:spPr>
          <a:xfrm>
            <a:off x="5421098" y="4107052"/>
            <a:ext cx="859972" cy="526779"/>
          </a:xfrm>
          <a:prstGeom prst="ellipse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风口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F20863C-2D18-D371-B61D-FE4D2E1E836D}"/>
              </a:ext>
            </a:extLst>
          </p:cNvPr>
          <p:cNvSpPr/>
          <p:nvPr/>
        </p:nvSpPr>
        <p:spPr>
          <a:xfrm>
            <a:off x="7108415" y="2453158"/>
            <a:ext cx="957931" cy="359622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室外机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8862535B-090A-BC08-E77C-DC21A9E4B15A}"/>
              </a:ext>
            </a:extLst>
          </p:cNvPr>
          <p:cNvSpPr/>
          <p:nvPr/>
        </p:nvSpPr>
        <p:spPr>
          <a:xfrm>
            <a:off x="6613083" y="4118503"/>
            <a:ext cx="859972" cy="526779"/>
          </a:xfrm>
          <a:prstGeom prst="ellipse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室内机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351A5702-BBD2-98EC-2EA8-373344B7646D}"/>
              </a:ext>
            </a:extLst>
          </p:cNvPr>
          <p:cNvSpPr/>
          <p:nvPr/>
        </p:nvSpPr>
        <p:spPr>
          <a:xfrm>
            <a:off x="7549255" y="4106832"/>
            <a:ext cx="859972" cy="526779"/>
          </a:xfrm>
          <a:prstGeom prst="ellipse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室内机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B4621B16-7A39-2A43-69BC-E91FFE8F5C40}"/>
              </a:ext>
            </a:extLst>
          </p:cNvPr>
          <p:cNvSpPr/>
          <p:nvPr/>
        </p:nvSpPr>
        <p:spPr>
          <a:xfrm>
            <a:off x="8485427" y="4118503"/>
            <a:ext cx="859972" cy="526779"/>
          </a:xfrm>
          <a:prstGeom prst="ellipse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室内机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22C7E73-CB1A-6A8E-2BCC-BC6614167D14}"/>
              </a:ext>
            </a:extLst>
          </p:cNvPr>
          <p:cNvSpPr/>
          <p:nvPr/>
        </p:nvSpPr>
        <p:spPr>
          <a:xfrm>
            <a:off x="9388931" y="4106832"/>
            <a:ext cx="859972" cy="526779"/>
          </a:xfrm>
          <a:prstGeom prst="ellipse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室内机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8932A656-01EA-895D-C683-F1E6EFF4DE49}"/>
              </a:ext>
            </a:extLst>
          </p:cNvPr>
          <p:cNvSpPr/>
          <p:nvPr/>
        </p:nvSpPr>
        <p:spPr>
          <a:xfrm>
            <a:off x="10325103" y="4095161"/>
            <a:ext cx="859972" cy="526779"/>
          </a:xfrm>
          <a:prstGeom prst="ellipse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室内机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CFAF226E-3BE1-30DC-3AA7-CA066046316B}"/>
              </a:ext>
            </a:extLst>
          </p:cNvPr>
          <p:cNvSpPr/>
          <p:nvPr/>
        </p:nvSpPr>
        <p:spPr>
          <a:xfrm>
            <a:off x="11261275" y="4106832"/>
            <a:ext cx="859972" cy="526779"/>
          </a:xfrm>
          <a:prstGeom prst="ellipse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室内机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endParaRPr lang="zh-CN" altLang="en-US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1" name="连接符: 肘形 50">
            <a:extLst>
              <a:ext uri="{FF2B5EF4-FFF2-40B4-BE49-F238E27FC236}">
                <a16:creationId xmlns:a16="http://schemas.microsoft.com/office/drawing/2014/main" id="{E08627C7-6FA4-368E-192D-015215A365FE}"/>
              </a:ext>
            </a:extLst>
          </p:cNvPr>
          <p:cNvCxnSpPr>
            <a:stCxn id="11" idx="2"/>
            <a:endCxn id="16" idx="0"/>
          </p:cNvCxnSpPr>
          <p:nvPr/>
        </p:nvCxnSpPr>
        <p:spPr>
          <a:xfrm rot="5400000">
            <a:off x="2219134" y="1222695"/>
            <a:ext cx="473914" cy="31296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连接符: 肘形 51">
            <a:extLst>
              <a:ext uri="{FF2B5EF4-FFF2-40B4-BE49-F238E27FC236}">
                <a16:creationId xmlns:a16="http://schemas.microsoft.com/office/drawing/2014/main" id="{039E403D-02A6-C402-680E-C16A9F7C0B68}"/>
              </a:ext>
            </a:extLst>
          </p:cNvPr>
          <p:cNvCxnSpPr>
            <a:cxnSpLocks/>
            <a:stCxn id="11" idx="2"/>
            <a:endCxn id="29" idx="0"/>
          </p:cNvCxnSpPr>
          <p:nvPr/>
        </p:nvCxnSpPr>
        <p:spPr>
          <a:xfrm rot="16200000" flipH="1">
            <a:off x="3299547" y="455247"/>
            <a:ext cx="473914" cy="184786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连接符: 肘形 55">
            <a:extLst>
              <a:ext uri="{FF2B5EF4-FFF2-40B4-BE49-F238E27FC236}">
                <a16:creationId xmlns:a16="http://schemas.microsoft.com/office/drawing/2014/main" id="{B6B7AA08-8680-0D0B-E048-E46385D374EF}"/>
              </a:ext>
            </a:extLst>
          </p:cNvPr>
          <p:cNvCxnSpPr>
            <a:cxnSpLocks/>
            <a:stCxn id="11" idx="3"/>
            <a:endCxn id="14" idx="0"/>
          </p:cNvCxnSpPr>
          <p:nvPr/>
        </p:nvCxnSpPr>
        <p:spPr>
          <a:xfrm>
            <a:off x="3156859" y="870082"/>
            <a:ext cx="4795161" cy="68657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连接符: 肘形 59">
            <a:extLst>
              <a:ext uri="{FF2B5EF4-FFF2-40B4-BE49-F238E27FC236}">
                <a16:creationId xmlns:a16="http://schemas.microsoft.com/office/drawing/2014/main" id="{CA943F4E-7AF2-3477-E16B-A9701ABC6F56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 rot="5400000">
            <a:off x="1336995" y="2108727"/>
            <a:ext cx="986332" cy="93889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连接符: 肘形 62">
            <a:extLst>
              <a:ext uri="{FF2B5EF4-FFF2-40B4-BE49-F238E27FC236}">
                <a16:creationId xmlns:a16="http://schemas.microsoft.com/office/drawing/2014/main" id="{258910EA-6A41-F907-5FCA-817D39D9C6AF}"/>
              </a:ext>
            </a:extLst>
          </p:cNvPr>
          <p:cNvCxnSpPr>
            <a:cxnSpLocks/>
            <a:stCxn id="16" idx="2"/>
            <a:endCxn id="18" idx="0"/>
          </p:cNvCxnSpPr>
          <p:nvPr/>
        </p:nvCxnSpPr>
        <p:spPr>
          <a:xfrm rot="5400000">
            <a:off x="1758817" y="2530549"/>
            <a:ext cx="986332" cy="9524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连接符: 肘形 65">
            <a:extLst>
              <a:ext uri="{FF2B5EF4-FFF2-40B4-BE49-F238E27FC236}">
                <a16:creationId xmlns:a16="http://schemas.microsoft.com/office/drawing/2014/main" id="{C2A2E20D-B4C1-A248-E78F-7AACF19ECA0D}"/>
              </a:ext>
            </a:extLst>
          </p:cNvPr>
          <p:cNvCxnSpPr>
            <a:cxnSpLocks/>
            <a:stCxn id="16" idx="2"/>
            <a:endCxn id="19" idx="0"/>
          </p:cNvCxnSpPr>
          <p:nvPr/>
        </p:nvCxnSpPr>
        <p:spPr>
          <a:xfrm rot="16200000" flipH="1">
            <a:off x="2180444" y="2204169"/>
            <a:ext cx="986723" cy="748397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连接符: 肘形 68">
            <a:extLst>
              <a:ext uri="{FF2B5EF4-FFF2-40B4-BE49-F238E27FC236}">
                <a16:creationId xmlns:a16="http://schemas.microsoft.com/office/drawing/2014/main" id="{9D36DF2B-9C1D-FE1E-0BE5-6B2DD98B5074}"/>
              </a:ext>
            </a:extLst>
          </p:cNvPr>
          <p:cNvCxnSpPr>
            <a:cxnSpLocks/>
            <a:stCxn id="29" idx="2"/>
            <a:endCxn id="32" idx="0"/>
          </p:cNvCxnSpPr>
          <p:nvPr/>
        </p:nvCxnSpPr>
        <p:spPr>
          <a:xfrm rot="16200000" flipH="1">
            <a:off x="4763289" y="1782152"/>
            <a:ext cx="986332" cy="159204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连接符: 肘形 71">
            <a:extLst>
              <a:ext uri="{FF2B5EF4-FFF2-40B4-BE49-F238E27FC236}">
                <a16:creationId xmlns:a16="http://schemas.microsoft.com/office/drawing/2014/main" id="{E3BE2113-E1D0-031A-E715-9EF7703C9566}"/>
              </a:ext>
            </a:extLst>
          </p:cNvPr>
          <p:cNvCxnSpPr>
            <a:cxnSpLocks/>
            <a:stCxn id="29" idx="2"/>
            <a:endCxn id="31" idx="0"/>
          </p:cNvCxnSpPr>
          <p:nvPr/>
        </p:nvCxnSpPr>
        <p:spPr>
          <a:xfrm rot="16200000" flipH="1">
            <a:off x="4341663" y="2203779"/>
            <a:ext cx="985941" cy="74839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连接符: 肘形 74">
            <a:extLst>
              <a:ext uri="{FF2B5EF4-FFF2-40B4-BE49-F238E27FC236}">
                <a16:creationId xmlns:a16="http://schemas.microsoft.com/office/drawing/2014/main" id="{BA6E0074-14F3-8221-1DBF-ACFEEA19D9BE}"/>
              </a:ext>
            </a:extLst>
          </p:cNvPr>
          <p:cNvCxnSpPr>
            <a:cxnSpLocks/>
            <a:stCxn id="29" idx="2"/>
            <a:endCxn id="30" idx="0"/>
          </p:cNvCxnSpPr>
          <p:nvPr/>
        </p:nvCxnSpPr>
        <p:spPr>
          <a:xfrm rot="5400000">
            <a:off x="3919841" y="2530353"/>
            <a:ext cx="985941" cy="95249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连接符: 肘形 77">
            <a:extLst>
              <a:ext uri="{FF2B5EF4-FFF2-40B4-BE49-F238E27FC236}">
                <a16:creationId xmlns:a16="http://schemas.microsoft.com/office/drawing/2014/main" id="{F9923C1C-4D93-7243-74DE-59B7621F78F0}"/>
              </a:ext>
            </a:extLst>
          </p:cNvPr>
          <p:cNvCxnSpPr>
            <a:cxnSpLocks/>
            <a:stCxn id="14" idx="2"/>
            <a:endCxn id="39" idx="0"/>
          </p:cNvCxnSpPr>
          <p:nvPr/>
        </p:nvCxnSpPr>
        <p:spPr>
          <a:xfrm rot="5400000">
            <a:off x="7615365" y="2116503"/>
            <a:ext cx="308672" cy="36463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连接符: 肘形 83">
            <a:extLst>
              <a:ext uri="{FF2B5EF4-FFF2-40B4-BE49-F238E27FC236}">
                <a16:creationId xmlns:a16="http://schemas.microsoft.com/office/drawing/2014/main" id="{0DBE3B7B-C524-6962-88A8-661B7AB62603}"/>
              </a:ext>
            </a:extLst>
          </p:cNvPr>
          <p:cNvCxnSpPr>
            <a:cxnSpLocks/>
            <a:stCxn id="39" idx="2"/>
            <a:endCxn id="44" idx="0"/>
          </p:cNvCxnSpPr>
          <p:nvPr/>
        </p:nvCxnSpPr>
        <p:spPr>
          <a:xfrm rot="5400000">
            <a:off x="6662364" y="3193485"/>
            <a:ext cx="1305723" cy="54431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连接符: 肘形 86">
            <a:extLst>
              <a:ext uri="{FF2B5EF4-FFF2-40B4-BE49-F238E27FC236}">
                <a16:creationId xmlns:a16="http://schemas.microsoft.com/office/drawing/2014/main" id="{815620B5-7D16-1EDA-6F94-BD8A04C8778A}"/>
              </a:ext>
            </a:extLst>
          </p:cNvPr>
          <p:cNvCxnSpPr>
            <a:cxnSpLocks/>
            <a:stCxn id="39" idx="2"/>
            <a:endCxn id="45" idx="0"/>
          </p:cNvCxnSpPr>
          <p:nvPr/>
        </p:nvCxnSpPr>
        <p:spPr>
          <a:xfrm rot="16200000" flipH="1">
            <a:off x="7136285" y="3263876"/>
            <a:ext cx="1294052" cy="39186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连接符: 肘形 89">
            <a:extLst>
              <a:ext uri="{FF2B5EF4-FFF2-40B4-BE49-F238E27FC236}">
                <a16:creationId xmlns:a16="http://schemas.microsoft.com/office/drawing/2014/main" id="{925E3E9A-5A50-4D57-AA42-B6768EE87357}"/>
              </a:ext>
            </a:extLst>
          </p:cNvPr>
          <p:cNvCxnSpPr>
            <a:cxnSpLocks/>
            <a:stCxn id="39" idx="2"/>
            <a:endCxn id="46" idx="0"/>
          </p:cNvCxnSpPr>
          <p:nvPr/>
        </p:nvCxnSpPr>
        <p:spPr>
          <a:xfrm rot="16200000" flipH="1">
            <a:off x="7598536" y="2801625"/>
            <a:ext cx="1305723" cy="132803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连接符: 肘形 95">
            <a:extLst>
              <a:ext uri="{FF2B5EF4-FFF2-40B4-BE49-F238E27FC236}">
                <a16:creationId xmlns:a16="http://schemas.microsoft.com/office/drawing/2014/main" id="{181B0C6C-5711-3CEB-A508-30C6E7645141}"/>
              </a:ext>
            </a:extLst>
          </p:cNvPr>
          <p:cNvCxnSpPr>
            <a:cxnSpLocks/>
            <a:stCxn id="39" idx="2"/>
            <a:endCxn id="47" idx="0"/>
          </p:cNvCxnSpPr>
          <p:nvPr/>
        </p:nvCxnSpPr>
        <p:spPr>
          <a:xfrm rot="16200000" flipH="1">
            <a:off x="8056123" y="2344038"/>
            <a:ext cx="1294052" cy="223153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连接符: 肘形 98">
            <a:extLst>
              <a:ext uri="{FF2B5EF4-FFF2-40B4-BE49-F238E27FC236}">
                <a16:creationId xmlns:a16="http://schemas.microsoft.com/office/drawing/2014/main" id="{E7E91A23-9E16-36DB-CF50-643333A957CC}"/>
              </a:ext>
            </a:extLst>
          </p:cNvPr>
          <p:cNvCxnSpPr>
            <a:cxnSpLocks/>
            <a:stCxn id="39" idx="2"/>
            <a:endCxn id="48" idx="0"/>
          </p:cNvCxnSpPr>
          <p:nvPr/>
        </p:nvCxnSpPr>
        <p:spPr>
          <a:xfrm rot="16200000" flipH="1">
            <a:off x="8530045" y="1870116"/>
            <a:ext cx="1282381" cy="316770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连接符: 肘形 101">
            <a:extLst>
              <a:ext uri="{FF2B5EF4-FFF2-40B4-BE49-F238E27FC236}">
                <a16:creationId xmlns:a16="http://schemas.microsoft.com/office/drawing/2014/main" id="{BC8B793B-1246-5009-FDD7-072DEF68AEE3}"/>
              </a:ext>
            </a:extLst>
          </p:cNvPr>
          <p:cNvCxnSpPr>
            <a:cxnSpLocks/>
            <a:stCxn id="39" idx="2"/>
            <a:endCxn id="49" idx="0"/>
          </p:cNvCxnSpPr>
          <p:nvPr/>
        </p:nvCxnSpPr>
        <p:spPr>
          <a:xfrm rot="16200000" flipH="1">
            <a:off x="8992295" y="1407866"/>
            <a:ext cx="1294052" cy="410388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连接符: 肘形 104">
            <a:extLst>
              <a:ext uri="{FF2B5EF4-FFF2-40B4-BE49-F238E27FC236}">
                <a16:creationId xmlns:a16="http://schemas.microsoft.com/office/drawing/2014/main" id="{6447F533-87EF-A615-AE8B-BDE2DFFB52B2}"/>
              </a:ext>
            </a:extLst>
          </p:cNvPr>
          <p:cNvCxnSpPr>
            <a:cxnSpLocks/>
            <a:stCxn id="17" idx="2"/>
            <a:endCxn id="34" idx="0"/>
          </p:cNvCxnSpPr>
          <p:nvPr/>
        </p:nvCxnSpPr>
        <p:spPr>
          <a:xfrm rot="16200000" flipH="1">
            <a:off x="1365373" y="3436011"/>
            <a:ext cx="654710" cy="66402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连接符: 肘形 107">
            <a:extLst>
              <a:ext uri="{FF2B5EF4-FFF2-40B4-BE49-F238E27FC236}">
                <a16:creationId xmlns:a16="http://schemas.microsoft.com/office/drawing/2014/main" id="{A757AA5B-07E0-A217-020B-9C35B8E94662}"/>
              </a:ext>
            </a:extLst>
          </p:cNvPr>
          <p:cNvCxnSpPr>
            <a:cxnSpLocks/>
            <a:stCxn id="17" idx="2"/>
            <a:endCxn id="33" idx="0"/>
          </p:cNvCxnSpPr>
          <p:nvPr/>
        </p:nvCxnSpPr>
        <p:spPr>
          <a:xfrm rot="5400000">
            <a:off x="891453" y="3637790"/>
            <a:ext cx="666381" cy="27214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连接符: 肘形 110">
            <a:extLst>
              <a:ext uri="{FF2B5EF4-FFF2-40B4-BE49-F238E27FC236}">
                <a16:creationId xmlns:a16="http://schemas.microsoft.com/office/drawing/2014/main" id="{9F3280EA-0270-FE3B-375A-A5BDB7010103}"/>
              </a:ext>
            </a:extLst>
          </p:cNvPr>
          <p:cNvCxnSpPr>
            <a:cxnSpLocks/>
            <a:stCxn id="17" idx="2"/>
            <a:endCxn id="35" idx="0"/>
          </p:cNvCxnSpPr>
          <p:nvPr/>
        </p:nvCxnSpPr>
        <p:spPr>
          <a:xfrm rot="16200000" flipH="1">
            <a:off x="1827624" y="2973760"/>
            <a:ext cx="666381" cy="160020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连接符: 肘形 113">
            <a:extLst>
              <a:ext uri="{FF2B5EF4-FFF2-40B4-BE49-F238E27FC236}">
                <a16:creationId xmlns:a16="http://schemas.microsoft.com/office/drawing/2014/main" id="{895E6C37-38F3-DA27-F28C-63293545AD6E}"/>
              </a:ext>
            </a:extLst>
          </p:cNvPr>
          <p:cNvCxnSpPr>
            <a:cxnSpLocks/>
            <a:stCxn id="30" idx="2"/>
            <a:endCxn id="36" idx="0"/>
          </p:cNvCxnSpPr>
          <p:nvPr/>
        </p:nvCxnSpPr>
        <p:spPr>
          <a:xfrm rot="5400000">
            <a:off x="3838577" y="3580443"/>
            <a:ext cx="666772" cy="38644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连接符: 肘形 116">
            <a:extLst>
              <a:ext uri="{FF2B5EF4-FFF2-40B4-BE49-F238E27FC236}">
                <a16:creationId xmlns:a16="http://schemas.microsoft.com/office/drawing/2014/main" id="{5460196B-BA9F-B5A9-8812-8205F15EE12A}"/>
              </a:ext>
            </a:extLst>
          </p:cNvPr>
          <p:cNvCxnSpPr>
            <a:cxnSpLocks/>
            <a:stCxn id="30" idx="2"/>
            <a:endCxn id="37" idx="0"/>
          </p:cNvCxnSpPr>
          <p:nvPr/>
        </p:nvCxnSpPr>
        <p:spPr>
          <a:xfrm rot="16200000" flipH="1">
            <a:off x="4312499" y="3492967"/>
            <a:ext cx="655101" cy="54972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连接符: 肘形 119">
            <a:extLst>
              <a:ext uri="{FF2B5EF4-FFF2-40B4-BE49-F238E27FC236}">
                <a16:creationId xmlns:a16="http://schemas.microsoft.com/office/drawing/2014/main" id="{BE647173-A9D9-F86F-2919-5AC3F198E817}"/>
              </a:ext>
            </a:extLst>
          </p:cNvPr>
          <p:cNvCxnSpPr>
            <a:cxnSpLocks/>
            <a:stCxn id="30" idx="2"/>
            <a:endCxn id="38" idx="0"/>
          </p:cNvCxnSpPr>
          <p:nvPr/>
        </p:nvCxnSpPr>
        <p:spPr>
          <a:xfrm rot="16200000" flipH="1">
            <a:off x="4774749" y="3030717"/>
            <a:ext cx="666772" cy="148589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连接符: 肘形 123">
            <a:extLst>
              <a:ext uri="{FF2B5EF4-FFF2-40B4-BE49-F238E27FC236}">
                <a16:creationId xmlns:a16="http://schemas.microsoft.com/office/drawing/2014/main" id="{8C6E3710-1B0F-3DEC-C997-279C1E7BC06D}"/>
              </a:ext>
            </a:extLst>
          </p:cNvPr>
          <p:cNvCxnSpPr>
            <a:stCxn id="33" idx="4"/>
            <a:endCxn id="20" idx="0"/>
          </p:cNvCxnSpPr>
          <p:nvPr/>
        </p:nvCxnSpPr>
        <p:spPr>
          <a:xfrm rot="16200000" flipH="1">
            <a:off x="799536" y="4922865"/>
            <a:ext cx="1176787" cy="598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连接符: 肘形 124">
            <a:extLst>
              <a:ext uri="{FF2B5EF4-FFF2-40B4-BE49-F238E27FC236}">
                <a16:creationId xmlns:a16="http://schemas.microsoft.com/office/drawing/2014/main" id="{C80C88CC-8926-8DE9-B0A8-45760D4EB2DC}"/>
              </a:ext>
            </a:extLst>
          </p:cNvPr>
          <p:cNvCxnSpPr>
            <a:cxnSpLocks/>
            <a:stCxn id="34" idx="4"/>
            <a:endCxn id="21" idx="0"/>
          </p:cNvCxnSpPr>
          <p:nvPr/>
        </p:nvCxnSpPr>
        <p:spPr>
          <a:xfrm rot="16200000" flipH="1">
            <a:off x="1787198" y="4859705"/>
            <a:ext cx="1182671" cy="70758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连接符: 肘形 127">
            <a:extLst>
              <a:ext uri="{FF2B5EF4-FFF2-40B4-BE49-F238E27FC236}">
                <a16:creationId xmlns:a16="http://schemas.microsoft.com/office/drawing/2014/main" id="{1EE85880-7352-96CC-EB9D-A73DF10DBA8A}"/>
              </a:ext>
            </a:extLst>
          </p:cNvPr>
          <p:cNvCxnSpPr>
            <a:cxnSpLocks/>
            <a:stCxn id="35" idx="4"/>
            <a:endCxn id="22" idx="0"/>
          </p:cNvCxnSpPr>
          <p:nvPr/>
        </p:nvCxnSpPr>
        <p:spPr>
          <a:xfrm rot="16200000" flipH="1">
            <a:off x="2783636" y="4811110"/>
            <a:ext cx="1171000" cy="81644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连接符: 肘形 131">
            <a:extLst>
              <a:ext uri="{FF2B5EF4-FFF2-40B4-BE49-F238E27FC236}">
                <a16:creationId xmlns:a16="http://schemas.microsoft.com/office/drawing/2014/main" id="{68D78B03-A5E9-E94E-4239-ABE1578407B9}"/>
              </a:ext>
            </a:extLst>
          </p:cNvPr>
          <p:cNvCxnSpPr>
            <a:cxnSpLocks/>
            <a:stCxn id="44" idx="4"/>
            <a:endCxn id="20" idx="0"/>
          </p:cNvCxnSpPr>
          <p:nvPr/>
        </p:nvCxnSpPr>
        <p:spPr>
          <a:xfrm rot="5400000">
            <a:off x="3782511" y="2550060"/>
            <a:ext cx="1165336" cy="5355781"/>
          </a:xfrm>
          <a:prstGeom prst="bentConnector3">
            <a:avLst>
              <a:gd name="adj1" fmla="val 16371"/>
            </a:avLst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连接符: 肘形 139">
            <a:extLst>
              <a:ext uri="{FF2B5EF4-FFF2-40B4-BE49-F238E27FC236}">
                <a16:creationId xmlns:a16="http://schemas.microsoft.com/office/drawing/2014/main" id="{23B90174-711A-C914-D4D5-4D5874900EA1}"/>
              </a:ext>
            </a:extLst>
          </p:cNvPr>
          <p:cNvCxnSpPr>
            <a:cxnSpLocks/>
            <a:stCxn id="45" idx="4"/>
            <a:endCxn id="21" idx="0"/>
          </p:cNvCxnSpPr>
          <p:nvPr/>
        </p:nvCxnSpPr>
        <p:spPr>
          <a:xfrm rot="5400000">
            <a:off x="4770172" y="2595762"/>
            <a:ext cx="1171220" cy="5246918"/>
          </a:xfrm>
          <a:prstGeom prst="bentConnector3">
            <a:avLst>
              <a:gd name="adj1" fmla="val 28623"/>
            </a:avLst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连接符: 肘形 145">
            <a:extLst>
              <a:ext uri="{FF2B5EF4-FFF2-40B4-BE49-F238E27FC236}">
                <a16:creationId xmlns:a16="http://schemas.microsoft.com/office/drawing/2014/main" id="{52828231-BCD2-D764-7496-E06E7D33D64A}"/>
              </a:ext>
            </a:extLst>
          </p:cNvPr>
          <p:cNvCxnSpPr>
            <a:cxnSpLocks/>
            <a:stCxn id="46" idx="4"/>
            <a:endCxn id="22" idx="0"/>
          </p:cNvCxnSpPr>
          <p:nvPr/>
        </p:nvCxnSpPr>
        <p:spPr>
          <a:xfrm rot="5400000">
            <a:off x="5766611" y="2656028"/>
            <a:ext cx="1159549" cy="5138056"/>
          </a:xfrm>
          <a:prstGeom prst="bentConnector3">
            <a:avLst>
              <a:gd name="adj1" fmla="val 40612"/>
            </a:avLst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连接符: 肘形 148">
            <a:extLst>
              <a:ext uri="{FF2B5EF4-FFF2-40B4-BE49-F238E27FC236}">
                <a16:creationId xmlns:a16="http://schemas.microsoft.com/office/drawing/2014/main" id="{44619836-0ECC-43CD-6C2F-1C8A2E9F5E45}"/>
              </a:ext>
            </a:extLst>
          </p:cNvPr>
          <p:cNvCxnSpPr>
            <a:cxnSpLocks/>
            <a:stCxn id="36" idx="4"/>
            <a:endCxn id="26" idx="0"/>
          </p:cNvCxnSpPr>
          <p:nvPr/>
        </p:nvCxnSpPr>
        <p:spPr>
          <a:xfrm rot="16200000" flipH="1">
            <a:off x="5724760" y="2887810"/>
            <a:ext cx="1161582" cy="4653623"/>
          </a:xfrm>
          <a:prstGeom prst="bentConnector3">
            <a:avLst>
              <a:gd name="adj1" fmla="val 74366"/>
            </a:avLst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连接符: 肘形 152">
            <a:extLst>
              <a:ext uri="{FF2B5EF4-FFF2-40B4-BE49-F238E27FC236}">
                <a16:creationId xmlns:a16="http://schemas.microsoft.com/office/drawing/2014/main" id="{69BD32FF-11E3-D649-5F72-2FC4BCCC63F6}"/>
              </a:ext>
            </a:extLst>
          </p:cNvPr>
          <p:cNvCxnSpPr>
            <a:cxnSpLocks/>
            <a:stCxn id="37" idx="4"/>
            <a:endCxn id="27" idx="0"/>
          </p:cNvCxnSpPr>
          <p:nvPr/>
        </p:nvCxnSpPr>
        <p:spPr>
          <a:xfrm rot="16200000" flipH="1">
            <a:off x="6859379" y="2677693"/>
            <a:ext cx="1167466" cy="5056400"/>
          </a:xfrm>
          <a:prstGeom prst="bentConnector3">
            <a:avLst>
              <a:gd name="adj1" fmla="val 66784"/>
            </a:avLst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连接符: 肘形 157">
            <a:extLst>
              <a:ext uri="{FF2B5EF4-FFF2-40B4-BE49-F238E27FC236}">
                <a16:creationId xmlns:a16="http://schemas.microsoft.com/office/drawing/2014/main" id="{237074B1-2CB9-587E-BE7B-A481B8D49BFF}"/>
              </a:ext>
            </a:extLst>
          </p:cNvPr>
          <p:cNvCxnSpPr>
            <a:cxnSpLocks/>
            <a:stCxn id="38" idx="4"/>
            <a:endCxn id="28" idx="0"/>
          </p:cNvCxnSpPr>
          <p:nvPr/>
        </p:nvCxnSpPr>
        <p:spPr>
          <a:xfrm rot="16200000" flipH="1">
            <a:off x="8002775" y="2482139"/>
            <a:ext cx="1155795" cy="5459177"/>
          </a:xfrm>
          <a:prstGeom prst="bentConnector3">
            <a:avLst>
              <a:gd name="adj1" fmla="val 55651"/>
            </a:avLst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连接符: 肘形 161">
            <a:extLst>
              <a:ext uri="{FF2B5EF4-FFF2-40B4-BE49-F238E27FC236}">
                <a16:creationId xmlns:a16="http://schemas.microsoft.com/office/drawing/2014/main" id="{204AEE84-EA8F-16B6-40C1-9670D24626EB}"/>
              </a:ext>
            </a:extLst>
          </p:cNvPr>
          <p:cNvCxnSpPr>
            <a:cxnSpLocks/>
            <a:stCxn id="47" idx="4"/>
            <a:endCxn id="26" idx="0"/>
          </p:cNvCxnSpPr>
          <p:nvPr/>
        </p:nvCxnSpPr>
        <p:spPr>
          <a:xfrm rot="5400000">
            <a:off x="8644739" y="4621235"/>
            <a:ext cx="1161802" cy="118655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连接符: 肘形 164">
            <a:extLst>
              <a:ext uri="{FF2B5EF4-FFF2-40B4-BE49-F238E27FC236}">
                <a16:creationId xmlns:a16="http://schemas.microsoft.com/office/drawing/2014/main" id="{97B09909-48C0-0072-4C1E-449F1CC93CB0}"/>
              </a:ext>
            </a:extLst>
          </p:cNvPr>
          <p:cNvCxnSpPr>
            <a:cxnSpLocks/>
            <a:stCxn id="48" idx="4"/>
            <a:endCxn id="27" idx="0"/>
          </p:cNvCxnSpPr>
          <p:nvPr/>
        </p:nvCxnSpPr>
        <p:spPr>
          <a:xfrm rot="5400000">
            <a:off x="9779358" y="4813895"/>
            <a:ext cx="1167686" cy="78377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连接符: 肘形 168">
            <a:extLst>
              <a:ext uri="{FF2B5EF4-FFF2-40B4-BE49-F238E27FC236}">
                <a16:creationId xmlns:a16="http://schemas.microsoft.com/office/drawing/2014/main" id="{3E7CA0C9-259B-6AE3-D9EC-B62CCCB38EE8}"/>
              </a:ext>
            </a:extLst>
          </p:cNvPr>
          <p:cNvCxnSpPr>
            <a:cxnSpLocks/>
            <a:stCxn id="49" idx="4"/>
            <a:endCxn id="28" idx="0"/>
          </p:cNvCxnSpPr>
          <p:nvPr/>
        </p:nvCxnSpPr>
        <p:spPr>
          <a:xfrm rot="5400000">
            <a:off x="10922754" y="5021118"/>
            <a:ext cx="1156015" cy="38100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文本框 173">
            <a:extLst>
              <a:ext uri="{FF2B5EF4-FFF2-40B4-BE49-F238E27FC236}">
                <a16:creationId xmlns:a16="http://schemas.microsoft.com/office/drawing/2014/main" id="{8E29E9D7-E16C-2065-BC7D-5A18AA114439}"/>
              </a:ext>
            </a:extLst>
          </p:cNvPr>
          <p:cNvSpPr txBox="1"/>
          <p:nvPr/>
        </p:nvSpPr>
        <p:spPr>
          <a:xfrm>
            <a:off x="2133636" y="6415997"/>
            <a:ext cx="2024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区域</a:t>
            </a:r>
            <a:r>
              <a:rPr lang="en-US" altLang="zh-CN" dirty="0"/>
              <a:t>1</a:t>
            </a:r>
          </a:p>
        </p:txBody>
      </p:sp>
      <p:sp>
        <p:nvSpPr>
          <p:cNvPr id="176" name="文本框 175">
            <a:extLst>
              <a:ext uri="{FF2B5EF4-FFF2-40B4-BE49-F238E27FC236}">
                <a16:creationId xmlns:a16="http://schemas.microsoft.com/office/drawing/2014/main" id="{239CFE11-4929-8BA7-0BFB-D8C70D4451C9}"/>
              </a:ext>
            </a:extLst>
          </p:cNvPr>
          <p:cNvSpPr txBox="1"/>
          <p:nvPr/>
        </p:nvSpPr>
        <p:spPr>
          <a:xfrm>
            <a:off x="9916899" y="6386777"/>
            <a:ext cx="2024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区域</a:t>
            </a:r>
            <a:r>
              <a:rPr lang="en-US" altLang="zh-CN" dirty="0"/>
              <a:t>2</a:t>
            </a:r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BD15E024-DDB0-CF2C-E5F8-C5D9B5A11252}"/>
              </a:ext>
            </a:extLst>
          </p:cNvPr>
          <p:cNvSpPr txBox="1"/>
          <p:nvPr/>
        </p:nvSpPr>
        <p:spPr>
          <a:xfrm>
            <a:off x="8099005" y="2614925"/>
            <a:ext cx="30370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</a:rPr>
              <a:t>※</a:t>
            </a:r>
            <a:r>
              <a:rPr lang="zh-CN" altLang="en-US" sz="1400" dirty="0">
                <a:solidFill>
                  <a:srgbClr val="FF0000"/>
                </a:solidFill>
              </a:rPr>
              <a:t>没有水热交换器的情况下，室外机和室内机可以属于不同区域。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67C3524-82CE-FB66-B5EA-B840CBCEF2D8}"/>
              </a:ext>
            </a:extLst>
          </p:cNvPr>
          <p:cNvSpPr txBox="1"/>
          <p:nvPr/>
        </p:nvSpPr>
        <p:spPr>
          <a:xfrm>
            <a:off x="54440" y="43727"/>
            <a:ext cx="1768917" cy="369328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空调</a:t>
            </a:r>
            <a:r>
              <a:rPr lang="en-US" altLang="zh-CN" b="1" dirty="0">
                <a:solidFill>
                  <a:schemeClr val="bg1"/>
                </a:solidFill>
              </a:rPr>
              <a:t>-</a:t>
            </a:r>
            <a:r>
              <a:rPr lang="zh-CN" altLang="en-US" b="1" dirty="0">
                <a:solidFill>
                  <a:schemeClr val="bg1"/>
                </a:solidFill>
              </a:rPr>
              <a:t>没有地暖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64F2031-F3E0-766D-A49C-A99651CB69A5}"/>
              </a:ext>
            </a:extLst>
          </p:cNvPr>
          <p:cNvSpPr/>
          <p:nvPr/>
        </p:nvSpPr>
        <p:spPr>
          <a:xfrm>
            <a:off x="1366194" y="6415997"/>
            <a:ext cx="762001" cy="369332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楼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FC89404-70AC-33A5-2F02-AC6A5C045E32}"/>
              </a:ext>
            </a:extLst>
          </p:cNvPr>
          <p:cNvSpPr/>
          <p:nvPr/>
        </p:nvSpPr>
        <p:spPr>
          <a:xfrm>
            <a:off x="9171235" y="6415997"/>
            <a:ext cx="762001" cy="369332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楼</a:t>
            </a:r>
          </a:p>
        </p:txBody>
      </p:sp>
    </p:spTree>
    <p:extLst>
      <p:ext uri="{BB962C8B-B14F-4D97-AF65-F5344CB8AC3E}">
        <p14:creationId xmlns:p14="http://schemas.microsoft.com/office/powerpoint/2010/main" val="913859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5B70831-C398-AAC0-73AD-C2DFCA2357EC}"/>
              </a:ext>
            </a:extLst>
          </p:cNvPr>
          <p:cNvCxnSpPr/>
          <p:nvPr/>
        </p:nvCxnSpPr>
        <p:spPr>
          <a:xfrm>
            <a:off x="43543" y="1306286"/>
            <a:ext cx="12104914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5EE311B3-6973-C669-E6C7-D892918FEDAD}"/>
              </a:ext>
            </a:extLst>
          </p:cNvPr>
          <p:cNvCxnSpPr/>
          <p:nvPr/>
        </p:nvCxnSpPr>
        <p:spPr>
          <a:xfrm>
            <a:off x="0" y="3547956"/>
            <a:ext cx="12104914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7769184-380D-D7B5-56B2-8FB1754473B0}"/>
              </a:ext>
            </a:extLst>
          </p:cNvPr>
          <p:cNvCxnSpPr/>
          <p:nvPr/>
        </p:nvCxnSpPr>
        <p:spPr>
          <a:xfrm>
            <a:off x="163286" y="6281058"/>
            <a:ext cx="12104914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23FFCC2E-BDE0-5B82-E608-0B6EC3093FFF}"/>
              </a:ext>
            </a:extLst>
          </p:cNvPr>
          <p:cNvSpPr txBox="1"/>
          <p:nvPr/>
        </p:nvSpPr>
        <p:spPr>
          <a:xfrm>
            <a:off x="43543" y="816428"/>
            <a:ext cx="1088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系统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D394819-DA08-0B03-5E97-C5A8C52B80AC}"/>
              </a:ext>
            </a:extLst>
          </p:cNvPr>
          <p:cNvSpPr txBox="1"/>
          <p:nvPr/>
        </p:nvSpPr>
        <p:spPr>
          <a:xfrm>
            <a:off x="43543" y="2502926"/>
            <a:ext cx="1088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区域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18D2A05-38F4-9FF7-00B6-F9CF35ACF7F2}"/>
              </a:ext>
            </a:extLst>
          </p:cNvPr>
          <p:cNvSpPr txBox="1"/>
          <p:nvPr/>
        </p:nvSpPr>
        <p:spPr>
          <a:xfrm>
            <a:off x="-21778" y="3632002"/>
            <a:ext cx="1088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房间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D872380-B1C4-8F74-F0D5-26AED782F4B6}"/>
              </a:ext>
            </a:extLst>
          </p:cNvPr>
          <p:cNvSpPr/>
          <p:nvPr/>
        </p:nvSpPr>
        <p:spPr>
          <a:xfrm>
            <a:off x="2068288" y="597942"/>
            <a:ext cx="1088571" cy="54427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寸屏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1C763F55-BBAA-1C20-5552-FE4F1BD76BC9}"/>
              </a:ext>
            </a:extLst>
          </p:cNvPr>
          <p:cNvCxnSpPr/>
          <p:nvPr/>
        </p:nvCxnSpPr>
        <p:spPr>
          <a:xfrm>
            <a:off x="43543" y="2345478"/>
            <a:ext cx="12104914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4B5DC338-2523-389C-4E8E-F34C1913DB98}"/>
              </a:ext>
            </a:extLst>
          </p:cNvPr>
          <p:cNvSpPr txBox="1"/>
          <p:nvPr/>
        </p:nvSpPr>
        <p:spPr>
          <a:xfrm>
            <a:off x="43543" y="1855620"/>
            <a:ext cx="1088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子系统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66958992-B906-5D44-04D0-F0E89E596345}"/>
              </a:ext>
            </a:extLst>
          </p:cNvPr>
          <p:cNvSpPr/>
          <p:nvPr/>
        </p:nvSpPr>
        <p:spPr>
          <a:xfrm>
            <a:off x="7326093" y="1556658"/>
            <a:ext cx="1251853" cy="58782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第三方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空调网关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D461244-92D6-EC0C-C17A-03C8053C21E7}"/>
              </a:ext>
            </a:extLst>
          </p:cNvPr>
          <p:cNvSpPr/>
          <p:nvPr/>
        </p:nvSpPr>
        <p:spPr>
          <a:xfrm>
            <a:off x="1823357" y="1616135"/>
            <a:ext cx="952499" cy="4688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寸屏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530FAF6-E785-5DB8-B308-2624D6D65B06}"/>
              </a:ext>
            </a:extLst>
          </p:cNvPr>
          <p:cNvSpPr/>
          <p:nvPr/>
        </p:nvSpPr>
        <p:spPr>
          <a:xfrm>
            <a:off x="979713" y="3071339"/>
            <a:ext cx="76200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新风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7C9A294-054D-C8B0-8FC2-3F82EE8EAF64}"/>
              </a:ext>
            </a:extLst>
          </p:cNvPr>
          <p:cNvSpPr/>
          <p:nvPr/>
        </p:nvSpPr>
        <p:spPr>
          <a:xfrm>
            <a:off x="1823358" y="3071339"/>
            <a:ext cx="76200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调湿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B7B18D0-0E84-09CA-2DF3-8141BBAEEF98}"/>
              </a:ext>
            </a:extLst>
          </p:cNvPr>
          <p:cNvSpPr/>
          <p:nvPr/>
        </p:nvSpPr>
        <p:spPr>
          <a:xfrm>
            <a:off x="2667003" y="3071730"/>
            <a:ext cx="76200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除菌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47847E9-3EC3-6003-DA44-0540283F58AC}"/>
              </a:ext>
            </a:extLst>
          </p:cNvPr>
          <p:cNvSpPr/>
          <p:nvPr/>
        </p:nvSpPr>
        <p:spPr>
          <a:xfrm>
            <a:off x="1306287" y="5810618"/>
            <a:ext cx="762001" cy="369332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房间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FFE7F24-BA33-8253-D4A5-F86718AA2B80}"/>
              </a:ext>
            </a:extLst>
          </p:cNvPr>
          <p:cNvSpPr/>
          <p:nvPr/>
        </p:nvSpPr>
        <p:spPr>
          <a:xfrm>
            <a:off x="2351322" y="5804831"/>
            <a:ext cx="762001" cy="369332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房间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EB8A6AB-2F86-CD07-54C1-089D4B8CC1CB}"/>
              </a:ext>
            </a:extLst>
          </p:cNvPr>
          <p:cNvSpPr/>
          <p:nvPr/>
        </p:nvSpPr>
        <p:spPr>
          <a:xfrm>
            <a:off x="3396356" y="5804831"/>
            <a:ext cx="762001" cy="369332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房间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B8FD0BA-77A5-1327-2B83-FBC783EED4D8}"/>
              </a:ext>
            </a:extLst>
          </p:cNvPr>
          <p:cNvSpPr/>
          <p:nvPr/>
        </p:nvSpPr>
        <p:spPr>
          <a:xfrm>
            <a:off x="8251362" y="5795413"/>
            <a:ext cx="762001" cy="369332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房间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ADAEF4E-14EF-9E8A-DCB3-E0223DF73E64}"/>
              </a:ext>
            </a:extLst>
          </p:cNvPr>
          <p:cNvSpPr/>
          <p:nvPr/>
        </p:nvSpPr>
        <p:spPr>
          <a:xfrm>
            <a:off x="9590311" y="5789626"/>
            <a:ext cx="762001" cy="369332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房间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837F101-5206-A999-8048-A2EF1606A5BB}"/>
              </a:ext>
            </a:extLst>
          </p:cNvPr>
          <p:cNvSpPr/>
          <p:nvPr/>
        </p:nvSpPr>
        <p:spPr>
          <a:xfrm>
            <a:off x="10929260" y="5789626"/>
            <a:ext cx="762001" cy="369332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房间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39300C13-C668-D442-1FE3-E5684ABC5007}"/>
              </a:ext>
            </a:extLst>
          </p:cNvPr>
          <p:cNvSpPr/>
          <p:nvPr/>
        </p:nvSpPr>
        <p:spPr>
          <a:xfrm>
            <a:off x="3984185" y="1616135"/>
            <a:ext cx="952499" cy="46887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寸屏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8444081-EED2-4CFD-FE29-2C1E67755639}"/>
              </a:ext>
            </a:extLst>
          </p:cNvPr>
          <p:cNvSpPr/>
          <p:nvPr/>
        </p:nvSpPr>
        <p:spPr>
          <a:xfrm>
            <a:off x="3984185" y="3070948"/>
            <a:ext cx="76200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新风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73B7FC7-8AF3-9012-CF91-61B0AFE37636}"/>
              </a:ext>
            </a:extLst>
          </p:cNvPr>
          <p:cNvSpPr/>
          <p:nvPr/>
        </p:nvSpPr>
        <p:spPr>
          <a:xfrm>
            <a:off x="4827830" y="3070948"/>
            <a:ext cx="76200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调湿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CC9AA02-6678-973A-0E23-A8D9260002E7}"/>
              </a:ext>
            </a:extLst>
          </p:cNvPr>
          <p:cNvSpPr/>
          <p:nvPr/>
        </p:nvSpPr>
        <p:spPr>
          <a:xfrm>
            <a:off x="5671475" y="3071339"/>
            <a:ext cx="76200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除菌</a:t>
            </a: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913F03F9-567E-8B82-B099-158A9D171334}"/>
              </a:ext>
            </a:extLst>
          </p:cNvPr>
          <p:cNvSpPr/>
          <p:nvPr/>
        </p:nvSpPr>
        <p:spPr>
          <a:xfrm>
            <a:off x="658585" y="4107052"/>
            <a:ext cx="859972" cy="52677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风口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192D81AC-69CA-AAC7-EE52-27B05D0ADBB0}"/>
              </a:ext>
            </a:extLst>
          </p:cNvPr>
          <p:cNvSpPr/>
          <p:nvPr/>
        </p:nvSpPr>
        <p:spPr>
          <a:xfrm>
            <a:off x="1594757" y="4095381"/>
            <a:ext cx="859972" cy="52677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风口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72F16FB7-E5E7-BB5C-742F-BF9A3B189FDD}"/>
              </a:ext>
            </a:extLst>
          </p:cNvPr>
          <p:cNvSpPr/>
          <p:nvPr/>
        </p:nvSpPr>
        <p:spPr>
          <a:xfrm>
            <a:off x="2530929" y="4107052"/>
            <a:ext cx="859972" cy="52677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风口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763FE87E-7F87-58F3-E55C-5BD0C6E0A6A5}"/>
              </a:ext>
            </a:extLst>
          </p:cNvPr>
          <p:cNvSpPr/>
          <p:nvPr/>
        </p:nvSpPr>
        <p:spPr>
          <a:xfrm>
            <a:off x="3548754" y="4107052"/>
            <a:ext cx="859972" cy="526779"/>
          </a:xfrm>
          <a:prstGeom prst="ellipse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风口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B5E34841-840D-54FB-70A4-C0FD82C177EB}"/>
              </a:ext>
            </a:extLst>
          </p:cNvPr>
          <p:cNvSpPr/>
          <p:nvPr/>
        </p:nvSpPr>
        <p:spPr>
          <a:xfrm>
            <a:off x="4484926" y="4095381"/>
            <a:ext cx="859972" cy="526779"/>
          </a:xfrm>
          <a:prstGeom prst="ellipse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风口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54914587-8336-C229-45D4-1CE614E63233}"/>
              </a:ext>
            </a:extLst>
          </p:cNvPr>
          <p:cNvSpPr/>
          <p:nvPr/>
        </p:nvSpPr>
        <p:spPr>
          <a:xfrm>
            <a:off x="5421098" y="4107052"/>
            <a:ext cx="859972" cy="526779"/>
          </a:xfrm>
          <a:prstGeom prst="ellipse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风口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8862535B-090A-BC08-E77C-DC21A9E4B15A}"/>
              </a:ext>
            </a:extLst>
          </p:cNvPr>
          <p:cNvSpPr/>
          <p:nvPr/>
        </p:nvSpPr>
        <p:spPr>
          <a:xfrm>
            <a:off x="6613083" y="4118503"/>
            <a:ext cx="859972" cy="526779"/>
          </a:xfrm>
          <a:prstGeom prst="ellipse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室内机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351A5702-BBD2-98EC-2EA8-373344B7646D}"/>
              </a:ext>
            </a:extLst>
          </p:cNvPr>
          <p:cNvSpPr/>
          <p:nvPr/>
        </p:nvSpPr>
        <p:spPr>
          <a:xfrm>
            <a:off x="7549255" y="4106832"/>
            <a:ext cx="859972" cy="526779"/>
          </a:xfrm>
          <a:prstGeom prst="ellipse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室内机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B4621B16-7A39-2A43-69BC-E91FFE8F5C40}"/>
              </a:ext>
            </a:extLst>
          </p:cNvPr>
          <p:cNvSpPr/>
          <p:nvPr/>
        </p:nvSpPr>
        <p:spPr>
          <a:xfrm>
            <a:off x="8485427" y="4118503"/>
            <a:ext cx="859972" cy="526779"/>
          </a:xfrm>
          <a:prstGeom prst="ellipse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室内机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22C7E73-CB1A-6A8E-2BCC-BC6614167D14}"/>
              </a:ext>
            </a:extLst>
          </p:cNvPr>
          <p:cNvSpPr/>
          <p:nvPr/>
        </p:nvSpPr>
        <p:spPr>
          <a:xfrm>
            <a:off x="9388931" y="4106832"/>
            <a:ext cx="859972" cy="526779"/>
          </a:xfrm>
          <a:prstGeom prst="ellipse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室内机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8932A656-01EA-895D-C683-F1E6EFF4DE49}"/>
              </a:ext>
            </a:extLst>
          </p:cNvPr>
          <p:cNvSpPr/>
          <p:nvPr/>
        </p:nvSpPr>
        <p:spPr>
          <a:xfrm>
            <a:off x="10325103" y="4095161"/>
            <a:ext cx="859972" cy="526779"/>
          </a:xfrm>
          <a:prstGeom prst="ellipse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室内机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endParaRPr lang="zh-CN" altLang="en-US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CFAF226E-3BE1-30DC-3AA7-CA066046316B}"/>
              </a:ext>
            </a:extLst>
          </p:cNvPr>
          <p:cNvSpPr/>
          <p:nvPr/>
        </p:nvSpPr>
        <p:spPr>
          <a:xfrm>
            <a:off x="11261275" y="4106832"/>
            <a:ext cx="859972" cy="526779"/>
          </a:xfrm>
          <a:prstGeom prst="ellipse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室内机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endParaRPr lang="zh-CN" altLang="en-US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1" name="连接符: 肘形 50">
            <a:extLst>
              <a:ext uri="{FF2B5EF4-FFF2-40B4-BE49-F238E27FC236}">
                <a16:creationId xmlns:a16="http://schemas.microsoft.com/office/drawing/2014/main" id="{E08627C7-6FA4-368E-192D-015215A365FE}"/>
              </a:ext>
            </a:extLst>
          </p:cNvPr>
          <p:cNvCxnSpPr>
            <a:stCxn id="11" idx="2"/>
            <a:endCxn id="16" idx="0"/>
          </p:cNvCxnSpPr>
          <p:nvPr/>
        </p:nvCxnSpPr>
        <p:spPr>
          <a:xfrm rot="5400000">
            <a:off x="2219134" y="1222695"/>
            <a:ext cx="473914" cy="31296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连接符: 肘形 51">
            <a:extLst>
              <a:ext uri="{FF2B5EF4-FFF2-40B4-BE49-F238E27FC236}">
                <a16:creationId xmlns:a16="http://schemas.microsoft.com/office/drawing/2014/main" id="{039E403D-02A6-C402-680E-C16A9F7C0B68}"/>
              </a:ext>
            </a:extLst>
          </p:cNvPr>
          <p:cNvCxnSpPr>
            <a:cxnSpLocks/>
            <a:stCxn id="11" idx="2"/>
            <a:endCxn id="29" idx="0"/>
          </p:cNvCxnSpPr>
          <p:nvPr/>
        </p:nvCxnSpPr>
        <p:spPr>
          <a:xfrm rot="16200000" flipH="1">
            <a:off x="3299547" y="455247"/>
            <a:ext cx="473914" cy="184786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连接符: 肘形 55">
            <a:extLst>
              <a:ext uri="{FF2B5EF4-FFF2-40B4-BE49-F238E27FC236}">
                <a16:creationId xmlns:a16="http://schemas.microsoft.com/office/drawing/2014/main" id="{B6B7AA08-8680-0D0B-E048-E46385D374EF}"/>
              </a:ext>
            </a:extLst>
          </p:cNvPr>
          <p:cNvCxnSpPr>
            <a:cxnSpLocks/>
            <a:stCxn id="11" idx="3"/>
            <a:endCxn id="14" idx="0"/>
          </p:cNvCxnSpPr>
          <p:nvPr/>
        </p:nvCxnSpPr>
        <p:spPr>
          <a:xfrm>
            <a:off x="3156859" y="870082"/>
            <a:ext cx="4795161" cy="68657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连接符: 肘形 59">
            <a:extLst>
              <a:ext uri="{FF2B5EF4-FFF2-40B4-BE49-F238E27FC236}">
                <a16:creationId xmlns:a16="http://schemas.microsoft.com/office/drawing/2014/main" id="{CA943F4E-7AF2-3477-E16B-A9701ABC6F56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 rot="5400000">
            <a:off x="1336995" y="2108727"/>
            <a:ext cx="986332" cy="93889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连接符: 肘形 62">
            <a:extLst>
              <a:ext uri="{FF2B5EF4-FFF2-40B4-BE49-F238E27FC236}">
                <a16:creationId xmlns:a16="http://schemas.microsoft.com/office/drawing/2014/main" id="{258910EA-6A41-F907-5FCA-817D39D9C6AF}"/>
              </a:ext>
            </a:extLst>
          </p:cNvPr>
          <p:cNvCxnSpPr>
            <a:cxnSpLocks/>
            <a:stCxn id="16" idx="2"/>
            <a:endCxn id="18" idx="0"/>
          </p:cNvCxnSpPr>
          <p:nvPr/>
        </p:nvCxnSpPr>
        <p:spPr>
          <a:xfrm rot="5400000">
            <a:off x="1758817" y="2530549"/>
            <a:ext cx="986332" cy="9524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连接符: 肘形 65">
            <a:extLst>
              <a:ext uri="{FF2B5EF4-FFF2-40B4-BE49-F238E27FC236}">
                <a16:creationId xmlns:a16="http://schemas.microsoft.com/office/drawing/2014/main" id="{C2A2E20D-B4C1-A248-E78F-7AACF19ECA0D}"/>
              </a:ext>
            </a:extLst>
          </p:cNvPr>
          <p:cNvCxnSpPr>
            <a:cxnSpLocks/>
            <a:stCxn id="16" idx="2"/>
            <a:endCxn id="19" idx="0"/>
          </p:cNvCxnSpPr>
          <p:nvPr/>
        </p:nvCxnSpPr>
        <p:spPr>
          <a:xfrm rot="16200000" flipH="1">
            <a:off x="2180444" y="2204169"/>
            <a:ext cx="986723" cy="748397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连接符: 肘形 68">
            <a:extLst>
              <a:ext uri="{FF2B5EF4-FFF2-40B4-BE49-F238E27FC236}">
                <a16:creationId xmlns:a16="http://schemas.microsoft.com/office/drawing/2014/main" id="{9D36DF2B-9C1D-FE1E-0BE5-6B2DD98B5074}"/>
              </a:ext>
            </a:extLst>
          </p:cNvPr>
          <p:cNvCxnSpPr>
            <a:cxnSpLocks/>
            <a:stCxn id="29" idx="2"/>
            <a:endCxn id="32" idx="0"/>
          </p:cNvCxnSpPr>
          <p:nvPr/>
        </p:nvCxnSpPr>
        <p:spPr>
          <a:xfrm rot="16200000" flipH="1">
            <a:off x="4763289" y="1782152"/>
            <a:ext cx="986332" cy="159204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连接符: 肘形 71">
            <a:extLst>
              <a:ext uri="{FF2B5EF4-FFF2-40B4-BE49-F238E27FC236}">
                <a16:creationId xmlns:a16="http://schemas.microsoft.com/office/drawing/2014/main" id="{E3BE2113-E1D0-031A-E715-9EF7703C9566}"/>
              </a:ext>
            </a:extLst>
          </p:cNvPr>
          <p:cNvCxnSpPr>
            <a:cxnSpLocks/>
            <a:stCxn id="29" idx="2"/>
            <a:endCxn id="31" idx="0"/>
          </p:cNvCxnSpPr>
          <p:nvPr/>
        </p:nvCxnSpPr>
        <p:spPr>
          <a:xfrm rot="16200000" flipH="1">
            <a:off x="4341663" y="2203779"/>
            <a:ext cx="985941" cy="74839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连接符: 肘形 74">
            <a:extLst>
              <a:ext uri="{FF2B5EF4-FFF2-40B4-BE49-F238E27FC236}">
                <a16:creationId xmlns:a16="http://schemas.microsoft.com/office/drawing/2014/main" id="{BA6E0074-14F3-8221-1DBF-ACFEEA19D9BE}"/>
              </a:ext>
            </a:extLst>
          </p:cNvPr>
          <p:cNvCxnSpPr>
            <a:cxnSpLocks/>
            <a:stCxn id="29" idx="2"/>
            <a:endCxn id="30" idx="0"/>
          </p:cNvCxnSpPr>
          <p:nvPr/>
        </p:nvCxnSpPr>
        <p:spPr>
          <a:xfrm rot="5400000">
            <a:off x="3919841" y="2530353"/>
            <a:ext cx="985941" cy="95249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连接符: 肘形 83">
            <a:extLst>
              <a:ext uri="{FF2B5EF4-FFF2-40B4-BE49-F238E27FC236}">
                <a16:creationId xmlns:a16="http://schemas.microsoft.com/office/drawing/2014/main" id="{0DBE3B7B-C524-6962-88A8-661B7AB62603}"/>
              </a:ext>
            </a:extLst>
          </p:cNvPr>
          <p:cNvCxnSpPr>
            <a:cxnSpLocks/>
            <a:stCxn id="14" idx="2"/>
            <a:endCxn id="44" idx="0"/>
          </p:cNvCxnSpPr>
          <p:nvPr/>
        </p:nvCxnSpPr>
        <p:spPr>
          <a:xfrm rot="5400000">
            <a:off x="6510537" y="2677019"/>
            <a:ext cx="1974017" cy="90895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连接符: 肘形 86">
            <a:extLst>
              <a:ext uri="{FF2B5EF4-FFF2-40B4-BE49-F238E27FC236}">
                <a16:creationId xmlns:a16="http://schemas.microsoft.com/office/drawing/2014/main" id="{815620B5-7D16-1EDA-6F94-BD8A04C8778A}"/>
              </a:ext>
            </a:extLst>
          </p:cNvPr>
          <p:cNvCxnSpPr>
            <a:cxnSpLocks/>
            <a:stCxn id="14" idx="2"/>
            <a:endCxn id="45" idx="0"/>
          </p:cNvCxnSpPr>
          <p:nvPr/>
        </p:nvCxnSpPr>
        <p:spPr>
          <a:xfrm rot="16200000" flipH="1">
            <a:off x="6984457" y="3112048"/>
            <a:ext cx="1962346" cy="2722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连接符: 肘形 89">
            <a:extLst>
              <a:ext uri="{FF2B5EF4-FFF2-40B4-BE49-F238E27FC236}">
                <a16:creationId xmlns:a16="http://schemas.microsoft.com/office/drawing/2014/main" id="{925E3E9A-5A50-4D57-AA42-B6768EE87357}"/>
              </a:ext>
            </a:extLst>
          </p:cNvPr>
          <p:cNvCxnSpPr>
            <a:cxnSpLocks/>
            <a:stCxn id="14" idx="2"/>
            <a:endCxn id="46" idx="0"/>
          </p:cNvCxnSpPr>
          <p:nvPr/>
        </p:nvCxnSpPr>
        <p:spPr>
          <a:xfrm rot="16200000" flipH="1">
            <a:off x="7446708" y="2649797"/>
            <a:ext cx="1974017" cy="96339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连接符: 肘形 95">
            <a:extLst>
              <a:ext uri="{FF2B5EF4-FFF2-40B4-BE49-F238E27FC236}">
                <a16:creationId xmlns:a16="http://schemas.microsoft.com/office/drawing/2014/main" id="{181B0C6C-5711-3CEB-A508-30C6E7645141}"/>
              </a:ext>
            </a:extLst>
          </p:cNvPr>
          <p:cNvCxnSpPr>
            <a:cxnSpLocks/>
            <a:stCxn id="14" idx="2"/>
            <a:endCxn id="47" idx="0"/>
          </p:cNvCxnSpPr>
          <p:nvPr/>
        </p:nvCxnSpPr>
        <p:spPr>
          <a:xfrm rot="16200000" flipH="1">
            <a:off x="7904295" y="2192210"/>
            <a:ext cx="1962346" cy="1866897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连接符: 肘形 98">
            <a:extLst>
              <a:ext uri="{FF2B5EF4-FFF2-40B4-BE49-F238E27FC236}">
                <a16:creationId xmlns:a16="http://schemas.microsoft.com/office/drawing/2014/main" id="{E7E91A23-9E16-36DB-CF50-643333A957CC}"/>
              </a:ext>
            </a:extLst>
          </p:cNvPr>
          <p:cNvCxnSpPr>
            <a:cxnSpLocks/>
            <a:stCxn id="14" idx="2"/>
            <a:endCxn id="48" idx="0"/>
          </p:cNvCxnSpPr>
          <p:nvPr/>
        </p:nvCxnSpPr>
        <p:spPr>
          <a:xfrm rot="16200000" flipH="1">
            <a:off x="8378217" y="1718288"/>
            <a:ext cx="1950675" cy="280306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连接符: 肘形 101">
            <a:extLst>
              <a:ext uri="{FF2B5EF4-FFF2-40B4-BE49-F238E27FC236}">
                <a16:creationId xmlns:a16="http://schemas.microsoft.com/office/drawing/2014/main" id="{BC8B793B-1246-5009-FDD7-072DEF68AEE3}"/>
              </a:ext>
            </a:extLst>
          </p:cNvPr>
          <p:cNvCxnSpPr>
            <a:cxnSpLocks/>
            <a:stCxn id="14" idx="2"/>
            <a:endCxn id="49" idx="0"/>
          </p:cNvCxnSpPr>
          <p:nvPr/>
        </p:nvCxnSpPr>
        <p:spPr>
          <a:xfrm rot="16200000" flipH="1">
            <a:off x="8840467" y="1256038"/>
            <a:ext cx="1962346" cy="373924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连接符: 肘形 104">
            <a:extLst>
              <a:ext uri="{FF2B5EF4-FFF2-40B4-BE49-F238E27FC236}">
                <a16:creationId xmlns:a16="http://schemas.microsoft.com/office/drawing/2014/main" id="{6447F533-87EF-A615-AE8B-BDE2DFFB52B2}"/>
              </a:ext>
            </a:extLst>
          </p:cNvPr>
          <p:cNvCxnSpPr>
            <a:cxnSpLocks/>
            <a:stCxn id="17" idx="2"/>
            <a:endCxn id="34" idx="0"/>
          </p:cNvCxnSpPr>
          <p:nvPr/>
        </p:nvCxnSpPr>
        <p:spPr>
          <a:xfrm rot="16200000" flipH="1">
            <a:off x="1365373" y="3436011"/>
            <a:ext cx="654710" cy="66402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连接符: 肘形 107">
            <a:extLst>
              <a:ext uri="{FF2B5EF4-FFF2-40B4-BE49-F238E27FC236}">
                <a16:creationId xmlns:a16="http://schemas.microsoft.com/office/drawing/2014/main" id="{A757AA5B-07E0-A217-020B-9C35B8E94662}"/>
              </a:ext>
            </a:extLst>
          </p:cNvPr>
          <p:cNvCxnSpPr>
            <a:cxnSpLocks/>
            <a:stCxn id="17" idx="2"/>
            <a:endCxn id="33" idx="0"/>
          </p:cNvCxnSpPr>
          <p:nvPr/>
        </p:nvCxnSpPr>
        <p:spPr>
          <a:xfrm rot="5400000">
            <a:off x="891453" y="3637790"/>
            <a:ext cx="666381" cy="27214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连接符: 肘形 110">
            <a:extLst>
              <a:ext uri="{FF2B5EF4-FFF2-40B4-BE49-F238E27FC236}">
                <a16:creationId xmlns:a16="http://schemas.microsoft.com/office/drawing/2014/main" id="{9F3280EA-0270-FE3B-375A-A5BDB7010103}"/>
              </a:ext>
            </a:extLst>
          </p:cNvPr>
          <p:cNvCxnSpPr>
            <a:cxnSpLocks/>
            <a:stCxn id="17" idx="2"/>
            <a:endCxn id="35" idx="0"/>
          </p:cNvCxnSpPr>
          <p:nvPr/>
        </p:nvCxnSpPr>
        <p:spPr>
          <a:xfrm rot="16200000" flipH="1">
            <a:off x="1827624" y="2973760"/>
            <a:ext cx="666381" cy="160020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连接符: 肘形 113">
            <a:extLst>
              <a:ext uri="{FF2B5EF4-FFF2-40B4-BE49-F238E27FC236}">
                <a16:creationId xmlns:a16="http://schemas.microsoft.com/office/drawing/2014/main" id="{895E6C37-38F3-DA27-F28C-63293545AD6E}"/>
              </a:ext>
            </a:extLst>
          </p:cNvPr>
          <p:cNvCxnSpPr>
            <a:cxnSpLocks/>
            <a:stCxn id="30" idx="2"/>
            <a:endCxn id="36" idx="0"/>
          </p:cNvCxnSpPr>
          <p:nvPr/>
        </p:nvCxnSpPr>
        <p:spPr>
          <a:xfrm rot="5400000">
            <a:off x="3838577" y="3580443"/>
            <a:ext cx="666772" cy="38644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连接符: 肘形 116">
            <a:extLst>
              <a:ext uri="{FF2B5EF4-FFF2-40B4-BE49-F238E27FC236}">
                <a16:creationId xmlns:a16="http://schemas.microsoft.com/office/drawing/2014/main" id="{5460196B-BA9F-B5A9-8812-8205F15EE12A}"/>
              </a:ext>
            </a:extLst>
          </p:cNvPr>
          <p:cNvCxnSpPr>
            <a:cxnSpLocks/>
            <a:stCxn id="30" idx="2"/>
            <a:endCxn id="37" idx="0"/>
          </p:cNvCxnSpPr>
          <p:nvPr/>
        </p:nvCxnSpPr>
        <p:spPr>
          <a:xfrm rot="16200000" flipH="1">
            <a:off x="4312499" y="3492967"/>
            <a:ext cx="655101" cy="54972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连接符: 肘形 119">
            <a:extLst>
              <a:ext uri="{FF2B5EF4-FFF2-40B4-BE49-F238E27FC236}">
                <a16:creationId xmlns:a16="http://schemas.microsoft.com/office/drawing/2014/main" id="{BE647173-A9D9-F86F-2919-5AC3F198E817}"/>
              </a:ext>
            </a:extLst>
          </p:cNvPr>
          <p:cNvCxnSpPr>
            <a:cxnSpLocks/>
            <a:stCxn id="30" idx="2"/>
            <a:endCxn id="38" idx="0"/>
          </p:cNvCxnSpPr>
          <p:nvPr/>
        </p:nvCxnSpPr>
        <p:spPr>
          <a:xfrm rot="16200000" flipH="1">
            <a:off x="4774749" y="3030717"/>
            <a:ext cx="666772" cy="148589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连接符: 肘形 123">
            <a:extLst>
              <a:ext uri="{FF2B5EF4-FFF2-40B4-BE49-F238E27FC236}">
                <a16:creationId xmlns:a16="http://schemas.microsoft.com/office/drawing/2014/main" id="{8C6E3710-1B0F-3DEC-C997-279C1E7BC06D}"/>
              </a:ext>
            </a:extLst>
          </p:cNvPr>
          <p:cNvCxnSpPr>
            <a:stCxn id="33" idx="4"/>
            <a:endCxn id="20" idx="0"/>
          </p:cNvCxnSpPr>
          <p:nvPr/>
        </p:nvCxnSpPr>
        <p:spPr>
          <a:xfrm rot="16200000" flipH="1">
            <a:off x="799536" y="4922865"/>
            <a:ext cx="1176787" cy="598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连接符: 肘形 124">
            <a:extLst>
              <a:ext uri="{FF2B5EF4-FFF2-40B4-BE49-F238E27FC236}">
                <a16:creationId xmlns:a16="http://schemas.microsoft.com/office/drawing/2014/main" id="{C80C88CC-8926-8DE9-B0A8-45760D4EB2DC}"/>
              </a:ext>
            </a:extLst>
          </p:cNvPr>
          <p:cNvCxnSpPr>
            <a:cxnSpLocks/>
            <a:stCxn id="34" idx="4"/>
            <a:endCxn id="21" idx="0"/>
          </p:cNvCxnSpPr>
          <p:nvPr/>
        </p:nvCxnSpPr>
        <p:spPr>
          <a:xfrm rot="16200000" flipH="1">
            <a:off x="1787198" y="4859705"/>
            <a:ext cx="1182671" cy="70758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连接符: 肘形 127">
            <a:extLst>
              <a:ext uri="{FF2B5EF4-FFF2-40B4-BE49-F238E27FC236}">
                <a16:creationId xmlns:a16="http://schemas.microsoft.com/office/drawing/2014/main" id="{1EE85880-7352-96CC-EB9D-A73DF10DBA8A}"/>
              </a:ext>
            </a:extLst>
          </p:cNvPr>
          <p:cNvCxnSpPr>
            <a:cxnSpLocks/>
            <a:stCxn id="35" idx="4"/>
            <a:endCxn id="22" idx="0"/>
          </p:cNvCxnSpPr>
          <p:nvPr/>
        </p:nvCxnSpPr>
        <p:spPr>
          <a:xfrm rot="16200000" flipH="1">
            <a:off x="2783636" y="4811110"/>
            <a:ext cx="1171000" cy="81644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连接符: 肘形 131">
            <a:extLst>
              <a:ext uri="{FF2B5EF4-FFF2-40B4-BE49-F238E27FC236}">
                <a16:creationId xmlns:a16="http://schemas.microsoft.com/office/drawing/2014/main" id="{68D78B03-A5E9-E94E-4239-ABE1578407B9}"/>
              </a:ext>
            </a:extLst>
          </p:cNvPr>
          <p:cNvCxnSpPr>
            <a:cxnSpLocks/>
            <a:stCxn id="44" idx="4"/>
            <a:endCxn id="20" idx="0"/>
          </p:cNvCxnSpPr>
          <p:nvPr/>
        </p:nvCxnSpPr>
        <p:spPr>
          <a:xfrm rot="5400000">
            <a:off x="3782511" y="2550060"/>
            <a:ext cx="1165336" cy="5355781"/>
          </a:xfrm>
          <a:prstGeom prst="bentConnector3">
            <a:avLst>
              <a:gd name="adj1" fmla="val 16371"/>
            </a:avLst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连接符: 肘形 139">
            <a:extLst>
              <a:ext uri="{FF2B5EF4-FFF2-40B4-BE49-F238E27FC236}">
                <a16:creationId xmlns:a16="http://schemas.microsoft.com/office/drawing/2014/main" id="{23B90174-711A-C914-D4D5-4D5874900EA1}"/>
              </a:ext>
            </a:extLst>
          </p:cNvPr>
          <p:cNvCxnSpPr>
            <a:cxnSpLocks/>
            <a:stCxn id="45" idx="4"/>
            <a:endCxn id="21" idx="0"/>
          </p:cNvCxnSpPr>
          <p:nvPr/>
        </p:nvCxnSpPr>
        <p:spPr>
          <a:xfrm rot="5400000">
            <a:off x="4770172" y="2595762"/>
            <a:ext cx="1171220" cy="5246918"/>
          </a:xfrm>
          <a:prstGeom prst="bentConnector3">
            <a:avLst>
              <a:gd name="adj1" fmla="val 28623"/>
            </a:avLst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连接符: 肘形 145">
            <a:extLst>
              <a:ext uri="{FF2B5EF4-FFF2-40B4-BE49-F238E27FC236}">
                <a16:creationId xmlns:a16="http://schemas.microsoft.com/office/drawing/2014/main" id="{52828231-BCD2-D764-7496-E06E7D33D64A}"/>
              </a:ext>
            </a:extLst>
          </p:cNvPr>
          <p:cNvCxnSpPr>
            <a:cxnSpLocks/>
            <a:stCxn id="46" idx="4"/>
            <a:endCxn id="22" idx="0"/>
          </p:cNvCxnSpPr>
          <p:nvPr/>
        </p:nvCxnSpPr>
        <p:spPr>
          <a:xfrm rot="5400000">
            <a:off x="5766611" y="2656028"/>
            <a:ext cx="1159549" cy="5138056"/>
          </a:xfrm>
          <a:prstGeom prst="bentConnector3">
            <a:avLst>
              <a:gd name="adj1" fmla="val 40612"/>
            </a:avLst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连接符: 肘形 148">
            <a:extLst>
              <a:ext uri="{FF2B5EF4-FFF2-40B4-BE49-F238E27FC236}">
                <a16:creationId xmlns:a16="http://schemas.microsoft.com/office/drawing/2014/main" id="{44619836-0ECC-43CD-6C2F-1C8A2E9F5E45}"/>
              </a:ext>
            </a:extLst>
          </p:cNvPr>
          <p:cNvCxnSpPr>
            <a:cxnSpLocks/>
            <a:stCxn id="36" idx="4"/>
            <a:endCxn id="26" idx="0"/>
          </p:cNvCxnSpPr>
          <p:nvPr/>
        </p:nvCxnSpPr>
        <p:spPr>
          <a:xfrm rot="16200000" flipH="1">
            <a:off x="5724760" y="2887810"/>
            <a:ext cx="1161582" cy="4653623"/>
          </a:xfrm>
          <a:prstGeom prst="bentConnector3">
            <a:avLst>
              <a:gd name="adj1" fmla="val 74366"/>
            </a:avLst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连接符: 肘形 152">
            <a:extLst>
              <a:ext uri="{FF2B5EF4-FFF2-40B4-BE49-F238E27FC236}">
                <a16:creationId xmlns:a16="http://schemas.microsoft.com/office/drawing/2014/main" id="{69BD32FF-11E3-D649-5F72-2FC4BCCC63F6}"/>
              </a:ext>
            </a:extLst>
          </p:cNvPr>
          <p:cNvCxnSpPr>
            <a:cxnSpLocks/>
            <a:stCxn id="37" idx="4"/>
            <a:endCxn id="27" idx="0"/>
          </p:cNvCxnSpPr>
          <p:nvPr/>
        </p:nvCxnSpPr>
        <p:spPr>
          <a:xfrm rot="16200000" flipH="1">
            <a:off x="6859379" y="2677693"/>
            <a:ext cx="1167466" cy="5056400"/>
          </a:xfrm>
          <a:prstGeom prst="bentConnector3">
            <a:avLst>
              <a:gd name="adj1" fmla="val 66784"/>
            </a:avLst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连接符: 肘形 157">
            <a:extLst>
              <a:ext uri="{FF2B5EF4-FFF2-40B4-BE49-F238E27FC236}">
                <a16:creationId xmlns:a16="http://schemas.microsoft.com/office/drawing/2014/main" id="{237074B1-2CB9-587E-BE7B-A481B8D49BFF}"/>
              </a:ext>
            </a:extLst>
          </p:cNvPr>
          <p:cNvCxnSpPr>
            <a:cxnSpLocks/>
            <a:stCxn id="38" idx="4"/>
            <a:endCxn id="28" idx="0"/>
          </p:cNvCxnSpPr>
          <p:nvPr/>
        </p:nvCxnSpPr>
        <p:spPr>
          <a:xfrm rot="16200000" flipH="1">
            <a:off x="8002775" y="2482139"/>
            <a:ext cx="1155795" cy="5459177"/>
          </a:xfrm>
          <a:prstGeom prst="bentConnector3">
            <a:avLst>
              <a:gd name="adj1" fmla="val 55651"/>
            </a:avLst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连接符: 肘形 161">
            <a:extLst>
              <a:ext uri="{FF2B5EF4-FFF2-40B4-BE49-F238E27FC236}">
                <a16:creationId xmlns:a16="http://schemas.microsoft.com/office/drawing/2014/main" id="{204AEE84-EA8F-16B6-40C1-9670D24626EB}"/>
              </a:ext>
            </a:extLst>
          </p:cNvPr>
          <p:cNvCxnSpPr>
            <a:cxnSpLocks/>
            <a:stCxn id="47" idx="4"/>
            <a:endCxn id="26" idx="0"/>
          </p:cNvCxnSpPr>
          <p:nvPr/>
        </p:nvCxnSpPr>
        <p:spPr>
          <a:xfrm rot="5400000">
            <a:off x="8644739" y="4621235"/>
            <a:ext cx="1161802" cy="118655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连接符: 肘形 164">
            <a:extLst>
              <a:ext uri="{FF2B5EF4-FFF2-40B4-BE49-F238E27FC236}">
                <a16:creationId xmlns:a16="http://schemas.microsoft.com/office/drawing/2014/main" id="{97B09909-48C0-0072-4C1E-449F1CC93CB0}"/>
              </a:ext>
            </a:extLst>
          </p:cNvPr>
          <p:cNvCxnSpPr>
            <a:cxnSpLocks/>
            <a:stCxn id="48" idx="4"/>
            <a:endCxn id="27" idx="0"/>
          </p:cNvCxnSpPr>
          <p:nvPr/>
        </p:nvCxnSpPr>
        <p:spPr>
          <a:xfrm rot="5400000">
            <a:off x="9779358" y="4813895"/>
            <a:ext cx="1167686" cy="78377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连接符: 肘形 168">
            <a:extLst>
              <a:ext uri="{FF2B5EF4-FFF2-40B4-BE49-F238E27FC236}">
                <a16:creationId xmlns:a16="http://schemas.microsoft.com/office/drawing/2014/main" id="{3E7CA0C9-259B-6AE3-D9EC-B62CCCB38EE8}"/>
              </a:ext>
            </a:extLst>
          </p:cNvPr>
          <p:cNvCxnSpPr>
            <a:cxnSpLocks/>
            <a:stCxn id="49" idx="4"/>
            <a:endCxn id="28" idx="0"/>
          </p:cNvCxnSpPr>
          <p:nvPr/>
        </p:nvCxnSpPr>
        <p:spPr>
          <a:xfrm rot="5400000">
            <a:off x="10922754" y="5021118"/>
            <a:ext cx="1156015" cy="38100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矩形 172">
            <a:extLst>
              <a:ext uri="{FF2B5EF4-FFF2-40B4-BE49-F238E27FC236}">
                <a16:creationId xmlns:a16="http://schemas.microsoft.com/office/drawing/2014/main" id="{19839DE9-CC34-A841-E509-F044E1949018}"/>
              </a:ext>
            </a:extLst>
          </p:cNvPr>
          <p:cNvSpPr/>
          <p:nvPr/>
        </p:nvSpPr>
        <p:spPr>
          <a:xfrm>
            <a:off x="1420573" y="6415997"/>
            <a:ext cx="762001" cy="369332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楼</a:t>
            </a:r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8E29E9D7-E16C-2065-BC7D-5A18AA114439}"/>
              </a:ext>
            </a:extLst>
          </p:cNvPr>
          <p:cNvSpPr txBox="1"/>
          <p:nvPr/>
        </p:nvSpPr>
        <p:spPr>
          <a:xfrm>
            <a:off x="2133636" y="6415997"/>
            <a:ext cx="2024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区域</a:t>
            </a:r>
            <a:r>
              <a:rPr lang="en-US" altLang="zh-CN" dirty="0"/>
              <a:t>1</a:t>
            </a:r>
          </a:p>
        </p:txBody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513710AD-F245-9027-5381-2E1924F85754}"/>
              </a:ext>
            </a:extLst>
          </p:cNvPr>
          <p:cNvSpPr/>
          <p:nvPr/>
        </p:nvSpPr>
        <p:spPr>
          <a:xfrm>
            <a:off x="9203836" y="6386777"/>
            <a:ext cx="762001" cy="369332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楼</a:t>
            </a:r>
          </a:p>
        </p:txBody>
      </p:sp>
      <p:sp>
        <p:nvSpPr>
          <p:cNvPr id="176" name="文本框 175">
            <a:extLst>
              <a:ext uri="{FF2B5EF4-FFF2-40B4-BE49-F238E27FC236}">
                <a16:creationId xmlns:a16="http://schemas.microsoft.com/office/drawing/2014/main" id="{239CFE11-4929-8BA7-0BFB-D8C70D4451C9}"/>
              </a:ext>
            </a:extLst>
          </p:cNvPr>
          <p:cNvSpPr txBox="1"/>
          <p:nvPr/>
        </p:nvSpPr>
        <p:spPr>
          <a:xfrm>
            <a:off x="9916899" y="6386777"/>
            <a:ext cx="2024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区域</a:t>
            </a:r>
            <a:r>
              <a:rPr lang="en-US" altLang="zh-CN" dirty="0"/>
              <a:t>2</a:t>
            </a:r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BD15E024-DDB0-CF2C-E5F8-C5D9B5A11252}"/>
              </a:ext>
            </a:extLst>
          </p:cNvPr>
          <p:cNvSpPr txBox="1"/>
          <p:nvPr/>
        </p:nvSpPr>
        <p:spPr>
          <a:xfrm>
            <a:off x="7973764" y="2226025"/>
            <a:ext cx="30370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</a:rPr>
              <a:t>※</a:t>
            </a:r>
            <a:r>
              <a:rPr lang="zh-CN" altLang="en-US" sz="1400" dirty="0">
                <a:solidFill>
                  <a:srgbClr val="FF0000"/>
                </a:solidFill>
              </a:rPr>
              <a:t>第三方的空调网关，不需要管理室外机情况。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9F063A1-F6B6-9C1F-7AE1-97B980AC09DC}"/>
              </a:ext>
            </a:extLst>
          </p:cNvPr>
          <p:cNvSpPr txBox="1"/>
          <p:nvPr/>
        </p:nvSpPr>
        <p:spPr>
          <a:xfrm>
            <a:off x="54440" y="43726"/>
            <a:ext cx="1366133" cy="369332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第三方空调</a:t>
            </a:r>
          </a:p>
        </p:txBody>
      </p:sp>
    </p:spTree>
    <p:extLst>
      <p:ext uri="{BB962C8B-B14F-4D97-AF65-F5344CB8AC3E}">
        <p14:creationId xmlns:p14="http://schemas.microsoft.com/office/powerpoint/2010/main" val="4064314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>
            <a:extLst>
              <a:ext uri="{FF2B5EF4-FFF2-40B4-BE49-F238E27FC236}">
                <a16:creationId xmlns:a16="http://schemas.microsoft.com/office/drawing/2014/main" id="{9869A9E5-48EE-2504-EB41-477C954DC603}"/>
              </a:ext>
            </a:extLst>
          </p:cNvPr>
          <p:cNvSpPr/>
          <p:nvPr/>
        </p:nvSpPr>
        <p:spPr>
          <a:xfrm>
            <a:off x="7130099" y="3923062"/>
            <a:ext cx="1786419" cy="3651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2A92CEC5-C3CF-A5F1-58F9-9185C83DB0F5}"/>
              </a:ext>
            </a:extLst>
          </p:cNvPr>
          <p:cNvSpPr/>
          <p:nvPr/>
        </p:nvSpPr>
        <p:spPr>
          <a:xfrm>
            <a:off x="7153853" y="3472547"/>
            <a:ext cx="1786419" cy="3651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BA573A21-62FB-C519-85F9-CEE024AD6451}"/>
              </a:ext>
            </a:extLst>
          </p:cNvPr>
          <p:cNvSpPr/>
          <p:nvPr/>
        </p:nvSpPr>
        <p:spPr>
          <a:xfrm>
            <a:off x="7140788" y="2962278"/>
            <a:ext cx="1786419" cy="3651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B928DBC8-C168-9BC6-557D-0B52BFF16468}"/>
              </a:ext>
            </a:extLst>
          </p:cNvPr>
          <p:cNvSpPr/>
          <p:nvPr/>
        </p:nvSpPr>
        <p:spPr>
          <a:xfrm>
            <a:off x="7140788" y="2474056"/>
            <a:ext cx="1786419" cy="3651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5B70831-C398-AAC0-73AD-C2DFCA2357EC}"/>
              </a:ext>
            </a:extLst>
          </p:cNvPr>
          <p:cNvCxnSpPr/>
          <p:nvPr/>
        </p:nvCxnSpPr>
        <p:spPr>
          <a:xfrm>
            <a:off x="43543" y="1306286"/>
            <a:ext cx="12104914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5EE311B3-6973-C669-E6C7-D892918FEDAD}"/>
              </a:ext>
            </a:extLst>
          </p:cNvPr>
          <p:cNvCxnSpPr>
            <a:cxnSpLocks/>
          </p:cNvCxnSpPr>
          <p:nvPr/>
        </p:nvCxnSpPr>
        <p:spPr>
          <a:xfrm>
            <a:off x="0" y="3547956"/>
            <a:ext cx="6805061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7769184-380D-D7B5-56B2-8FB1754473B0}"/>
              </a:ext>
            </a:extLst>
          </p:cNvPr>
          <p:cNvCxnSpPr/>
          <p:nvPr/>
        </p:nvCxnSpPr>
        <p:spPr>
          <a:xfrm>
            <a:off x="163286" y="6281058"/>
            <a:ext cx="12104914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23FFCC2E-BDE0-5B82-E608-0B6EC3093FFF}"/>
              </a:ext>
            </a:extLst>
          </p:cNvPr>
          <p:cNvSpPr txBox="1"/>
          <p:nvPr/>
        </p:nvSpPr>
        <p:spPr>
          <a:xfrm>
            <a:off x="43543" y="816428"/>
            <a:ext cx="1088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系统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D394819-DA08-0B03-5E97-C5A8C52B80AC}"/>
              </a:ext>
            </a:extLst>
          </p:cNvPr>
          <p:cNvSpPr txBox="1"/>
          <p:nvPr/>
        </p:nvSpPr>
        <p:spPr>
          <a:xfrm>
            <a:off x="43543" y="2502926"/>
            <a:ext cx="1088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区域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18D2A05-38F4-9FF7-00B6-F9CF35ACF7F2}"/>
              </a:ext>
            </a:extLst>
          </p:cNvPr>
          <p:cNvSpPr txBox="1"/>
          <p:nvPr/>
        </p:nvSpPr>
        <p:spPr>
          <a:xfrm>
            <a:off x="-21778" y="3632002"/>
            <a:ext cx="1088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房间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D872380-B1C4-8F74-F0D5-26AED782F4B6}"/>
              </a:ext>
            </a:extLst>
          </p:cNvPr>
          <p:cNvSpPr/>
          <p:nvPr/>
        </p:nvSpPr>
        <p:spPr>
          <a:xfrm>
            <a:off x="2068288" y="597942"/>
            <a:ext cx="1088571" cy="54427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寸屏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1C763F55-BBAA-1C20-5552-FE4F1BD76BC9}"/>
              </a:ext>
            </a:extLst>
          </p:cNvPr>
          <p:cNvCxnSpPr/>
          <p:nvPr/>
        </p:nvCxnSpPr>
        <p:spPr>
          <a:xfrm>
            <a:off x="43543" y="2345478"/>
            <a:ext cx="12104914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4B5DC338-2523-389C-4E8E-F34C1913DB98}"/>
              </a:ext>
            </a:extLst>
          </p:cNvPr>
          <p:cNvSpPr txBox="1"/>
          <p:nvPr/>
        </p:nvSpPr>
        <p:spPr>
          <a:xfrm>
            <a:off x="43543" y="1855620"/>
            <a:ext cx="1088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子系统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66958992-B906-5D44-04D0-F0E89E596345}"/>
              </a:ext>
            </a:extLst>
          </p:cNvPr>
          <p:cNvSpPr/>
          <p:nvPr/>
        </p:nvSpPr>
        <p:spPr>
          <a:xfrm>
            <a:off x="7326093" y="1556658"/>
            <a:ext cx="1251853" cy="58782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照明网关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D461244-92D6-EC0C-C17A-03C8053C21E7}"/>
              </a:ext>
            </a:extLst>
          </p:cNvPr>
          <p:cNvSpPr/>
          <p:nvPr/>
        </p:nvSpPr>
        <p:spPr>
          <a:xfrm>
            <a:off x="1823357" y="1616135"/>
            <a:ext cx="952499" cy="4688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寸屏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530FAF6-E785-5DB8-B308-2624D6D65B06}"/>
              </a:ext>
            </a:extLst>
          </p:cNvPr>
          <p:cNvSpPr/>
          <p:nvPr/>
        </p:nvSpPr>
        <p:spPr>
          <a:xfrm>
            <a:off x="979713" y="3071339"/>
            <a:ext cx="76200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新风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7C9A294-054D-C8B0-8FC2-3F82EE8EAF64}"/>
              </a:ext>
            </a:extLst>
          </p:cNvPr>
          <p:cNvSpPr/>
          <p:nvPr/>
        </p:nvSpPr>
        <p:spPr>
          <a:xfrm>
            <a:off x="1823358" y="3071339"/>
            <a:ext cx="76200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调湿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B7B18D0-0E84-09CA-2DF3-8141BBAEEF98}"/>
              </a:ext>
            </a:extLst>
          </p:cNvPr>
          <p:cNvSpPr/>
          <p:nvPr/>
        </p:nvSpPr>
        <p:spPr>
          <a:xfrm>
            <a:off x="2667003" y="3071730"/>
            <a:ext cx="76200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除菌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47847E9-3EC3-6003-DA44-0540283F58AC}"/>
              </a:ext>
            </a:extLst>
          </p:cNvPr>
          <p:cNvSpPr/>
          <p:nvPr/>
        </p:nvSpPr>
        <p:spPr>
          <a:xfrm>
            <a:off x="1306287" y="5810618"/>
            <a:ext cx="762001" cy="369332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房间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FFE7F24-BA33-8253-D4A5-F86718AA2B80}"/>
              </a:ext>
            </a:extLst>
          </p:cNvPr>
          <p:cNvSpPr/>
          <p:nvPr/>
        </p:nvSpPr>
        <p:spPr>
          <a:xfrm>
            <a:off x="2351322" y="5804831"/>
            <a:ext cx="762001" cy="369332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房间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EB8A6AB-2F86-CD07-54C1-089D4B8CC1CB}"/>
              </a:ext>
            </a:extLst>
          </p:cNvPr>
          <p:cNvSpPr/>
          <p:nvPr/>
        </p:nvSpPr>
        <p:spPr>
          <a:xfrm>
            <a:off x="3396356" y="5804831"/>
            <a:ext cx="762001" cy="369332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房间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B8FD0BA-77A5-1327-2B83-FBC783EED4D8}"/>
              </a:ext>
            </a:extLst>
          </p:cNvPr>
          <p:cNvSpPr/>
          <p:nvPr/>
        </p:nvSpPr>
        <p:spPr>
          <a:xfrm>
            <a:off x="8251362" y="5795413"/>
            <a:ext cx="762001" cy="369332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房间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ADAEF4E-14EF-9E8A-DCB3-E0223DF73E64}"/>
              </a:ext>
            </a:extLst>
          </p:cNvPr>
          <p:cNvSpPr/>
          <p:nvPr/>
        </p:nvSpPr>
        <p:spPr>
          <a:xfrm>
            <a:off x="9590311" y="5789626"/>
            <a:ext cx="762001" cy="369332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房间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837F101-5206-A999-8048-A2EF1606A5BB}"/>
              </a:ext>
            </a:extLst>
          </p:cNvPr>
          <p:cNvSpPr/>
          <p:nvPr/>
        </p:nvSpPr>
        <p:spPr>
          <a:xfrm>
            <a:off x="10929260" y="5789626"/>
            <a:ext cx="762001" cy="369332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房间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39300C13-C668-D442-1FE3-E5684ABC5007}"/>
              </a:ext>
            </a:extLst>
          </p:cNvPr>
          <p:cNvSpPr/>
          <p:nvPr/>
        </p:nvSpPr>
        <p:spPr>
          <a:xfrm>
            <a:off x="3984185" y="1616135"/>
            <a:ext cx="952499" cy="46887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寸屏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8444081-EED2-4CFD-FE29-2C1E67755639}"/>
              </a:ext>
            </a:extLst>
          </p:cNvPr>
          <p:cNvSpPr/>
          <p:nvPr/>
        </p:nvSpPr>
        <p:spPr>
          <a:xfrm>
            <a:off x="3984185" y="3070948"/>
            <a:ext cx="76200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新风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73B7FC7-8AF3-9012-CF91-61B0AFE37636}"/>
              </a:ext>
            </a:extLst>
          </p:cNvPr>
          <p:cNvSpPr/>
          <p:nvPr/>
        </p:nvSpPr>
        <p:spPr>
          <a:xfrm>
            <a:off x="4827830" y="3070948"/>
            <a:ext cx="76200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调湿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CC9AA02-6678-973A-0E23-A8D9260002E7}"/>
              </a:ext>
            </a:extLst>
          </p:cNvPr>
          <p:cNvSpPr/>
          <p:nvPr/>
        </p:nvSpPr>
        <p:spPr>
          <a:xfrm>
            <a:off x="5671475" y="3071339"/>
            <a:ext cx="76200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除菌</a:t>
            </a: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913F03F9-567E-8B82-B099-158A9D171334}"/>
              </a:ext>
            </a:extLst>
          </p:cNvPr>
          <p:cNvSpPr/>
          <p:nvPr/>
        </p:nvSpPr>
        <p:spPr>
          <a:xfrm>
            <a:off x="658585" y="4107052"/>
            <a:ext cx="859972" cy="52677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风口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192D81AC-69CA-AAC7-EE52-27B05D0ADBB0}"/>
              </a:ext>
            </a:extLst>
          </p:cNvPr>
          <p:cNvSpPr/>
          <p:nvPr/>
        </p:nvSpPr>
        <p:spPr>
          <a:xfrm>
            <a:off x="1594757" y="4095381"/>
            <a:ext cx="859972" cy="52677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风口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72F16FB7-E5E7-BB5C-742F-BF9A3B189FDD}"/>
              </a:ext>
            </a:extLst>
          </p:cNvPr>
          <p:cNvSpPr/>
          <p:nvPr/>
        </p:nvSpPr>
        <p:spPr>
          <a:xfrm>
            <a:off x="2530929" y="4107052"/>
            <a:ext cx="859972" cy="52677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风口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763FE87E-7F87-58F3-E55C-5BD0C6E0A6A5}"/>
              </a:ext>
            </a:extLst>
          </p:cNvPr>
          <p:cNvSpPr/>
          <p:nvPr/>
        </p:nvSpPr>
        <p:spPr>
          <a:xfrm>
            <a:off x="3548754" y="4107052"/>
            <a:ext cx="859972" cy="526779"/>
          </a:xfrm>
          <a:prstGeom prst="ellipse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风口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B5E34841-840D-54FB-70A4-C0FD82C177EB}"/>
              </a:ext>
            </a:extLst>
          </p:cNvPr>
          <p:cNvSpPr/>
          <p:nvPr/>
        </p:nvSpPr>
        <p:spPr>
          <a:xfrm>
            <a:off x="4484926" y="4095381"/>
            <a:ext cx="859972" cy="526779"/>
          </a:xfrm>
          <a:prstGeom prst="ellipse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风口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54914587-8336-C229-45D4-1CE614E63233}"/>
              </a:ext>
            </a:extLst>
          </p:cNvPr>
          <p:cNvSpPr/>
          <p:nvPr/>
        </p:nvSpPr>
        <p:spPr>
          <a:xfrm>
            <a:off x="5421098" y="4107052"/>
            <a:ext cx="859972" cy="526779"/>
          </a:xfrm>
          <a:prstGeom prst="ellipse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风口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1" name="连接符: 肘形 50">
            <a:extLst>
              <a:ext uri="{FF2B5EF4-FFF2-40B4-BE49-F238E27FC236}">
                <a16:creationId xmlns:a16="http://schemas.microsoft.com/office/drawing/2014/main" id="{E08627C7-6FA4-368E-192D-015215A365FE}"/>
              </a:ext>
            </a:extLst>
          </p:cNvPr>
          <p:cNvCxnSpPr>
            <a:stCxn id="11" idx="2"/>
            <a:endCxn id="16" idx="0"/>
          </p:cNvCxnSpPr>
          <p:nvPr/>
        </p:nvCxnSpPr>
        <p:spPr>
          <a:xfrm rot="5400000">
            <a:off x="2219134" y="1222695"/>
            <a:ext cx="473914" cy="31296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连接符: 肘形 51">
            <a:extLst>
              <a:ext uri="{FF2B5EF4-FFF2-40B4-BE49-F238E27FC236}">
                <a16:creationId xmlns:a16="http://schemas.microsoft.com/office/drawing/2014/main" id="{039E403D-02A6-C402-680E-C16A9F7C0B68}"/>
              </a:ext>
            </a:extLst>
          </p:cNvPr>
          <p:cNvCxnSpPr>
            <a:cxnSpLocks/>
            <a:stCxn id="11" idx="2"/>
            <a:endCxn id="29" idx="0"/>
          </p:cNvCxnSpPr>
          <p:nvPr/>
        </p:nvCxnSpPr>
        <p:spPr>
          <a:xfrm rot="16200000" flipH="1">
            <a:off x="3299547" y="455247"/>
            <a:ext cx="473914" cy="184786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连接符: 肘形 55">
            <a:extLst>
              <a:ext uri="{FF2B5EF4-FFF2-40B4-BE49-F238E27FC236}">
                <a16:creationId xmlns:a16="http://schemas.microsoft.com/office/drawing/2014/main" id="{B6B7AA08-8680-0D0B-E048-E46385D374EF}"/>
              </a:ext>
            </a:extLst>
          </p:cNvPr>
          <p:cNvCxnSpPr>
            <a:cxnSpLocks/>
            <a:stCxn id="11" idx="3"/>
            <a:endCxn id="14" idx="0"/>
          </p:cNvCxnSpPr>
          <p:nvPr/>
        </p:nvCxnSpPr>
        <p:spPr>
          <a:xfrm>
            <a:off x="3156859" y="870082"/>
            <a:ext cx="4795161" cy="68657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连接符: 肘形 59">
            <a:extLst>
              <a:ext uri="{FF2B5EF4-FFF2-40B4-BE49-F238E27FC236}">
                <a16:creationId xmlns:a16="http://schemas.microsoft.com/office/drawing/2014/main" id="{CA943F4E-7AF2-3477-E16B-A9701ABC6F56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 rot="5400000">
            <a:off x="1336995" y="2108727"/>
            <a:ext cx="986332" cy="93889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连接符: 肘形 62">
            <a:extLst>
              <a:ext uri="{FF2B5EF4-FFF2-40B4-BE49-F238E27FC236}">
                <a16:creationId xmlns:a16="http://schemas.microsoft.com/office/drawing/2014/main" id="{258910EA-6A41-F907-5FCA-817D39D9C6AF}"/>
              </a:ext>
            </a:extLst>
          </p:cNvPr>
          <p:cNvCxnSpPr>
            <a:cxnSpLocks/>
            <a:stCxn id="16" idx="2"/>
            <a:endCxn id="18" idx="0"/>
          </p:cNvCxnSpPr>
          <p:nvPr/>
        </p:nvCxnSpPr>
        <p:spPr>
          <a:xfrm rot="5400000">
            <a:off x="1758817" y="2530549"/>
            <a:ext cx="986332" cy="9524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连接符: 肘形 65">
            <a:extLst>
              <a:ext uri="{FF2B5EF4-FFF2-40B4-BE49-F238E27FC236}">
                <a16:creationId xmlns:a16="http://schemas.microsoft.com/office/drawing/2014/main" id="{C2A2E20D-B4C1-A248-E78F-7AACF19ECA0D}"/>
              </a:ext>
            </a:extLst>
          </p:cNvPr>
          <p:cNvCxnSpPr>
            <a:cxnSpLocks/>
            <a:stCxn id="16" idx="2"/>
            <a:endCxn id="19" idx="0"/>
          </p:cNvCxnSpPr>
          <p:nvPr/>
        </p:nvCxnSpPr>
        <p:spPr>
          <a:xfrm rot="16200000" flipH="1">
            <a:off x="2180444" y="2204169"/>
            <a:ext cx="986723" cy="748397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连接符: 肘形 68">
            <a:extLst>
              <a:ext uri="{FF2B5EF4-FFF2-40B4-BE49-F238E27FC236}">
                <a16:creationId xmlns:a16="http://schemas.microsoft.com/office/drawing/2014/main" id="{9D36DF2B-9C1D-FE1E-0BE5-6B2DD98B5074}"/>
              </a:ext>
            </a:extLst>
          </p:cNvPr>
          <p:cNvCxnSpPr>
            <a:cxnSpLocks/>
            <a:stCxn id="29" idx="2"/>
            <a:endCxn id="32" idx="0"/>
          </p:cNvCxnSpPr>
          <p:nvPr/>
        </p:nvCxnSpPr>
        <p:spPr>
          <a:xfrm rot="16200000" flipH="1">
            <a:off x="4763289" y="1782152"/>
            <a:ext cx="986332" cy="159204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连接符: 肘形 71">
            <a:extLst>
              <a:ext uri="{FF2B5EF4-FFF2-40B4-BE49-F238E27FC236}">
                <a16:creationId xmlns:a16="http://schemas.microsoft.com/office/drawing/2014/main" id="{E3BE2113-E1D0-031A-E715-9EF7703C9566}"/>
              </a:ext>
            </a:extLst>
          </p:cNvPr>
          <p:cNvCxnSpPr>
            <a:cxnSpLocks/>
            <a:stCxn id="29" idx="2"/>
            <a:endCxn id="31" idx="0"/>
          </p:cNvCxnSpPr>
          <p:nvPr/>
        </p:nvCxnSpPr>
        <p:spPr>
          <a:xfrm rot="16200000" flipH="1">
            <a:off x="4341663" y="2203779"/>
            <a:ext cx="985941" cy="74839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连接符: 肘形 74">
            <a:extLst>
              <a:ext uri="{FF2B5EF4-FFF2-40B4-BE49-F238E27FC236}">
                <a16:creationId xmlns:a16="http://schemas.microsoft.com/office/drawing/2014/main" id="{BA6E0074-14F3-8221-1DBF-ACFEEA19D9BE}"/>
              </a:ext>
            </a:extLst>
          </p:cNvPr>
          <p:cNvCxnSpPr>
            <a:cxnSpLocks/>
            <a:stCxn id="29" idx="2"/>
            <a:endCxn id="30" idx="0"/>
          </p:cNvCxnSpPr>
          <p:nvPr/>
        </p:nvCxnSpPr>
        <p:spPr>
          <a:xfrm rot="5400000">
            <a:off x="3919841" y="2530353"/>
            <a:ext cx="985941" cy="95249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连接符: 肘形 104">
            <a:extLst>
              <a:ext uri="{FF2B5EF4-FFF2-40B4-BE49-F238E27FC236}">
                <a16:creationId xmlns:a16="http://schemas.microsoft.com/office/drawing/2014/main" id="{6447F533-87EF-A615-AE8B-BDE2DFFB52B2}"/>
              </a:ext>
            </a:extLst>
          </p:cNvPr>
          <p:cNvCxnSpPr>
            <a:cxnSpLocks/>
            <a:stCxn id="17" idx="2"/>
            <a:endCxn id="34" idx="0"/>
          </p:cNvCxnSpPr>
          <p:nvPr/>
        </p:nvCxnSpPr>
        <p:spPr>
          <a:xfrm rot="16200000" flipH="1">
            <a:off x="1365373" y="3436011"/>
            <a:ext cx="654710" cy="66402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连接符: 肘形 107">
            <a:extLst>
              <a:ext uri="{FF2B5EF4-FFF2-40B4-BE49-F238E27FC236}">
                <a16:creationId xmlns:a16="http://schemas.microsoft.com/office/drawing/2014/main" id="{A757AA5B-07E0-A217-020B-9C35B8E94662}"/>
              </a:ext>
            </a:extLst>
          </p:cNvPr>
          <p:cNvCxnSpPr>
            <a:cxnSpLocks/>
            <a:stCxn id="17" idx="2"/>
            <a:endCxn id="33" idx="0"/>
          </p:cNvCxnSpPr>
          <p:nvPr/>
        </p:nvCxnSpPr>
        <p:spPr>
          <a:xfrm rot="5400000">
            <a:off x="891453" y="3637790"/>
            <a:ext cx="666381" cy="27214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连接符: 肘形 110">
            <a:extLst>
              <a:ext uri="{FF2B5EF4-FFF2-40B4-BE49-F238E27FC236}">
                <a16:creationId xmlns:a16="http://schemas.microsoft.com/office/drawing/2014/main" id="{9F3280EA-0270-FE3B-375A-A5BDB7010103}"/>
              </a:ext>
            </a:extLst>
          </p:cNvPr>
          <p:cNvCxnSpPr>
            <a:cxnSpLocks/>
            <a:stCxn id="17" idx="2"/>
            <a:endCxn id="35" idx="0"/>
          </p:cNvCxnSpPr>
          <p:nvPr/>
        </p:nvCxnSpPr>
        <p:spPr>
          <a:xfrm rot="16200000" flipH="1">
            <a:off x="1827624" y="2973760"/>
            <a:ext cx="666381" cy="160020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连接符: 肘形 113">
            <a:extLst>
              <a:ext uri="{FF2B5EF4-FFF2-40B4-BE49-F238E27FC236}">
                <a16:creationId xmlns:a16="http://schemas.microsoft.com/office/drawing/2014/main" id="{895E6C37-38F3-DA27-F28C-63293545AD6E}"/>
              </a:ext>
            </a:extLst>
          </p:cNvPr>
          <p:cNvCxnSpPr>
            <a:cxnSpLocks/>
            <a:stCxn id="30" idx="2"/>
            <a:endCxn id="36" idx="0"/>
          </p:cNvCxnSpPr>
          <p:nvPr/>
        </p:nvCxnSpPr>
        <p:spPr>
          <a:xfrm rot="5400000">
            <a:off x="3838577" y="3580443"/>
            <a:ext cx="666772" cy="38644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连接符: 肘形 116">
            <a:extLst>
              <a:ext uri="{FF2B5EF4-FFF2-40B4-BE49-F238E27FC236}">
                <a16:creationId xmlns:a16="http://schemas.microsoft.com/office/drawing/2014/main" id="{5460196B-BA9F-B5A9-8812-8205F15EE12A}"/>
              </a:ext>
            </a:extLst>
          </p:cNvPr>
          <p:cNvCxnSpPr>
            <a:cxnSpLocks/>
            <a:stCxn id="30" idx="2"/>
            <a:endCxn id="37" idx="0"/>
          </p:cNvCxnSpPr>
          <p:nvPr/>
        </p:nvCxnSpPr>
        <p:spPr>
          <a:xfrm rot="16200000" flipH="1">
            <a:off x="4312499" y="3492967"/>
            <a:ext cx="655101" cy="54972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连接符: 肘形 119">
            <a:extLst>
              <a:ext uri="{FF2B5EF4-FFF2-40B4-BE49-F238E27FC236}">
                <a16:creationId xmlns:a16="http://schemas.microsoft.com/office/drawing/2014/main" id="{BE647173-A9D9-F86F-2919-5AC3F198E817}"/>
              </a:ext>
            </a:extLst>
          </p:cNvPr>
          <p:cNvCxnSpPr>
            <a:cxnSpLocks/>
            <a:stCxn id="30" idx="2"/>
            <a:endCxn id="38" idx="0"/>
          </p:cNvCxnSpPr>
          <p:nvPr/>
        </p:nvCxnSpPr>
        <p:spPr>
          <a:xfrm rot="16200000" flipH="1">
            <a:off x="4774749" y="3030717"/>
            <a:ext cx="666772" cy="148589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连接符: 肘形 123">
            <a:extLst>
              <a:ext uri="{FF2B5EF4-FFF2-40B4-BE49-F238E27FC236}">
                <a16:creationId xmlns:a16="http://schemas.microsoft.com/office/drawing/2014/main" id="{8C6E3710-1B0F-3DEC-C997-279C1E7BC06D}"/>
              </a:ext>
            </a:extLst>
          </p:cNvPr>
          <p:cNvCxnSpPr>
            <a:stCxn id="33" idx="4"/>
            <a:endCxn id="20" idx="0"/>
          </p:cNvCxnSpPr>
          <p:nvPr/>
        </p:nvCxnSpPr>
        <p:spPr>
          <a:xfrm rot="16200000" flipH="1">
            <a:off x="799536" y="4922865"/>
            <a:ext cx="1176787" cy="598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连接符: 肘形 124">
            <a:extLst>
              <a:ext uri="{FF2B5EF4-FFF2-40B4-BE49-F238E27FC236}">
                <a16:creationId xmlns:a16="http://schemas.microsoft.com/office/drawing/2014/main" id="{C80C88CC-8926-8DE9-B0A8-45760D4EB2DC}"/>
              </a:ext>
            </a:extLst>
          </p:cNvPr>
          <p:cNvCxnSpPr>
            <a:cxnSpLocks/>
            <a:stCxn id="34" idx="4"/>
            <a:endCxn id="21" idx="0"/>
          </p:cNvCxnSpPr>
          <p:nvPr/>
        </p:nvCxnSpPr>
        <p:spPr>
          <a:xfrm rot="16200000" flipH="1">
            <a:off x="1787198" y="4859705"/>
            <a:ext cx="1182671" cy="70758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连接符: 肘形 127">
            <a:extLst>
              <a:ext uri="{FF2B5EF4-FFF2-40B4-BE49-F238E27FC236}">
                <a16:creationId xmlns:a16="http://schemas.microsoft.com/office/drawing/2014/main" id="{1EE85880-7352-96CC-EB9D-A73DF10DBA8A}"/>
              </a:ext>
            </a:extLst>
          </p:cNvPr>
          <p:cNvCxnSpPr>
            <a:cxnSpLocks/>
            <a:stCxn id="35" idx="4"/>
            <a:endCxn id="22" idx="0"/>
          </p:cNvCxnSpPr>
          <p:nvPr/>
        </p:nvCxnSpPr>
        <p:spPr>
          <a:xfrm rot="16200000" flipH="1">
            <a:off x="2783636" y="4811110"/>
            <a:ext cx="1171000" cy="81644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连接符: 肘形 148">
            <a:extLst>
              <a:ext uri="{FF2B5EF4-FFF2-40B4-BE49-F238E27FC236}">
                <a16:creationId xmlns:a16="http://schemas.microsoft.com/office/drawing/2014/main" id="{44619836-0ECC-43CD-6C2F-1C8A2E9F5E45}"/>
              </a:ext>
            </a:extLst>
          </p:cNvPr>
          <p:cNvCxnSpPr>
            <a:cxnSpLocks/>
            <a:stCxn id="36" idx="4"/>
            <a:endCxn id="26" idx="0"/>
          </p:cNvCxnSpPr>
          <p:nvPr/>
        </p:nvCxnSpPr>
        <p:spPr>
          <a:xfrm rot="16200000" flipH="1">
            <a:off x="5724760" y="2887810"/>
            <a:ext cx="1161582" cy="4653623"/>
          </a:xfrm>
          <a:prstGeom prst="bentConnector3">
            <a:avLst>
              <a:gd name="adj1" fmla="val 74366"/>
            </a:avLst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连接符: 肘形 152">
            <a:extLst>
              <a:ext uri="{FF2B5EF4-FFF2-40B4-BE49-F238E27FC236}">
                <a16:creationId xmlns:a16="http://schemas.microsoft.com/office/drawing/2014/main" id="{69BD32FF-11E3-D649-5F72-2FC4BCCC63F6}"/>
              </a:ext>
            </a:extLst>
          </p:cNvPr>
          <p:cNvCxnSpPr>
            <a:cxnSpLocks/>
            <a:stCxn id="37" idx="4"/>
            <a:endCxn id="27" idx="0"/>
          </p:cNvCxnSpPr>
          <p:nvPr/>
        </p:nvCxnSpPr>
        <p:spPr>
          <a:xfrm rot="16200000" flipH="1">
            <a:off x="6859379" y="2677693"/>
            <a:ext cx="1167466" cy="5056400"/>
          </a:xfrm>
          <a:prstGeom prst="bentConnector3">
            <a:avLst>
              <a:gd name="adj1" fmla="val 66784"/>
            </a:avLst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连接符: 肘形 157">
            <a:extLst>
              <a:ext uri="{FF2B5EF4-FFF2-40B4-BE49-F238E27FC236}">
                <a16:creationId xmlns:a16="http://schemas.microsoft.com/office/drawing/2014/main" id="{237074B1-2CB9-587E-BE7B-A481B8D49BFF}"/>
              </a:ext>
            </a:extLst>
          </p:cNvPr>
          <p:cNvCxnSpPr>
            <a:cxnSpLocks/>
            <a:stCxn id="38" idx="4"/>
            <a:endCxn id="28" idx="0"/>
          </p:cNvCxnSpPr>
          <p:nvPr/>
        </p:nvCxnSpPr>
        <p:spPr>
          <a:xfrm rot="16200000" flipH="1">
            <a:off x="8002775" y="2482139"/>
            <a:ext cx="1155795" cy="5459177"/>
          </a:xfrm>
          <a:prstGeom prst="bentConnector3">
            <a:avLst>
              <a:gd name="adj1" fmla="val 55651"/>
            </a:avLst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矩形 172">
            <a:extLst>
              <a:ext uri="{FF2B5EF4-FFF2-40B4-BE49-F238E27FC236}">
                <a16:creationId xmlns:a16="http://schemas.microsoft.com/office/drawing/2014/main" id="{19839DE9-CC34-A841-E509-F044E1949018}"/>
              </a:ext>
            </a:extLst>
          </p:cNvPr>
          <p:cNvSpPr/>
          <p:nvPr/>
        </p:nvSpPr>
        <p:spPr>
          <a:xfrm>
            <a:off x="1420573" y="6415997"/>
            <a:ext cx="762001" cy="369332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8E29E9D7-E16C-2065-BC7D-5A18AA114439}"/>
              </a:ext>
            </a:extLst>
          </p:cNvPr>
          <p:cNvSpPr txBox="1"/>
          <p:nvPr/>
        </p:nvSpPr>
        <p:spPr>
          <a:xfrm>
            <a:off x="2133636" y="6415997"/>
            <a:ext cx="2024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区域</a:t>
            </a:r>
            <a:r>
              <a:rPr lang="en-US" altLang="zh-CN" dirty="0"/>
              <a:t>1</a:t>
            </a:r>
          </a:p>
        </p:txBody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513710AD-F245-9027-5381-2E1924F85754}"/>
              </a:ext>
            </a:extLst>
          </p:cNvPr>
          <p:cNvSpPr/>
          <p:nvPr/>
        </p:nvSpPr>
        <p:spPr>
          <a:xfrm>
            <a:off x="9203836" y="6386777"/>
            <a:ext cx="762001" cy="369332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6" name="文本框 175">
            <a:extLst>
              <a:ext uri="{FF2B5EF4-FFF2-40B4-BE49-F238E27FC236}">
                <a16:creationId xmlns:a16="http://schemas.microsoft.com/office/drawing/2014/main" id="{239CFE11-4929-8BA7-0BFB-D8C70D4451C9}"/>
              </a:ext>
            </a:extLst>
          </p:cNvPr>
          <p:cNvSpPr txBox="1"/>
          <p:nvPr/>
        </p:nvSpPr>
        <p:spPr>
          <a:xfrm>
            <a:off x="9916899" y="6386777"/>
            <a:ext cx="2024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区域</a:t>
            </a:r>
            <a:r>
              <a:rPr lang="en-US" altLang="zh-CN" dirty="0"/>
              <a:t>2</a:t>
            </a:r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BD15E024-DDB0-CF2C-E5F8-C5D9B5A11252}"/>
              </a:ext>
            </a:extLst>
          </p:cNvPr>
          <p:cNvSpPr txBox="1"/>
          <p:nvPr/>
        </p:nvSpPr>
        <p:spPr>
          <a:xfrm>
            <a:off x="9231118" y="1745305"/>
            <a:ext cx="27105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</a:rPr>
              <a:t>※</a:t>
            </a:r>
            <a:r>
              <a:rPr lang="zh-CN" altLang="en-US" sz="1400" dirty="0">
                <a:solidFill>
                  <a:srgbClr val="FF0000"/>
                </a:solidFill>
              </a:rPr>
              <a:t>照明网关最多支持</a:t>
            </a:r>
            <a:r>
              <a:rPr lang="en-US" altLang="zh-CN" sz="1400" dirty="0">
                <a:solidFill>
                  <a:srgbClr val="FF0000"/>
                </a:solidFill>
              </a:rPr>
              <a:t>128</a:t>
            </a:r>
            <a:r>
              <a:rPr lang="zh-CN" altLang="en-US" sz="1400" dirty="0">
                <a:solidFill>
                  <a:srgbClr val="FF0000"/>
                </a:solidFill>
              </a:rPr>
              <a:t>个场景</a:t>
            </a:r>
            <a:r>
              <a:rPr lang="en-US" altLang="zh-CN" sz="1400" dirty="0">
                <a:solidFill>
                  <a:srgbClr val="FF0000"/>
                </a:solidFill>
              </a:rPr>
              <a:t>ID</a:t>
            </a:r>
            <a:r>
              <a:rPr lang="zh-CN" altLang="en-US" sz="1400" dirty="0">
                <a:solidFill>
                  <a:srgbClr val="FF0000"/>
                </a:solidFill>
              </a:rPr>
              <a:t>，</a:t>
            </a:r>
            <a:r>
              <a:rPr lang="en-US" altLang="zh-CN" sz="1400" dirty="0">
                <a:solidFill>
                  <a:srgbClr val="FF0000"/>
                </a:solidFill>
              </a:rPr>
              <a:t>1</a:t>
            </a:r>
            <a:r>
              <a:rPr lang="zh-CN" altLang="en-US" sz="1400" dirty="0">
                <a:solidFill>
                  <a:srgbClr val="FF0000"/>
                </a:solidFill>
              </a:rPr>
              <a:t>个房间关联</a:t>
            </a:r>
            <a:r>
              <a:rPr lang="en-US" altLang="zh-CN" sz="1400" dirty="0">
                <a:solidFill>
                  <a:srgbClr val="FF0000"/>
                </a:solidFill>
              </a:rPr>
              <a:t>5</a:t>
            </a:r>
            <a:r>
              <a:rPr lang="zh-CN" altLang="en-US" sz="1400" dirty="0">
                <a:solidFill>
                  <a:srgbClr val="FF0000"/>
                </a:solidFill>
              </a:rPr>
              <a:t>个场景</a:t>
            </a:r>
            <a:r>
              <a:rPr lang="en-US" altLang="zh-CN" sz="1400" dirty="0">
                <a:solidFill>
                  <a:srgbClr val="FF0000"/>
                </a:solidFill>
              </a:rPr>
              <a:t>ID</a:t>
            </a:r>
            <a:r>
              <a:rPr lang="zh-CN" altLang="en-US" sz="1400" dirty="0">
                <a:solidFill>
                  <a:srgbClr val="FF0000"/>
                </a:solidFill>
              </a:rPr>
              <a:t>。</a:t>
            </a:r>
            <a:endParaRPr lang="en-US" altLang="zh-CN" sz="1400" dirty="0">
              <a:solidFill>
                <a:srgbClr val="FF0000"/>
              </a:solidFill>
            </a:endParaRPr>
          </a:p>
          <a:p>
            <a:r>
              <a:rPr lang="en-US" altLang="zh-CN" sz="1400" dirty="0">
                <a:solidFill>
                  <a:srgbClr val="FF0000"/>
                </a:solidFill>
              </a:rPr>
              <a:t>※</a:t>
            </a:r>
            <a:r>
              <a:rPr lang="zh-CN" altLang="en-US" sz="1400" dirty="0">
                <a:solidFill>
                  <a:srgbClr val="FF0000"/>
                </a:solidFill>
              </a:rPr>
              <a:t>整个系统照明控制的房间最多</a:t>
            </a:r>
            <a:r>
              <a:rPr lang="en-US" altLang="zh-CN" sz="1400" dirty="0">
                <a:solidFill>
                  <a:srgbClr val="FF0000"/>
                </a:solidFill>
              </a:rPr>
              <a:t>20</a:t>
            </a:r>
            <a:r>
              <a:rPr lang="zh-CN" altLang="en-US" sz="1400" dirty="0">
                <a:solidFill>
                  <a:srgbClr val="FF0000"/>
                </a:solidFill>
              </a:rPr>
              <a:t>个。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5A65AFB-FBDD-2779-F54F-B647B8B3A4AC}"/>
              </a:ext>
            </a:extLst>
          </p:cNvPr>
          <p:cNvSpPr txBox="1"/>
          <p:nvPr/>
        </p:nvSpPr>
        <p:spPr>
          <a:xfrm>
            <a:off x="54440" y="43727"/>
            <a:ext cx="1251847" cy="369332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照明网关</a:t>
            </a:r>
          </a:p>
        </p:txBody>
      </p:sp>
      <p:sp>
        <p:nvSpPr>
          <p:cNvPr id="4" name="八边形 3">
            <a:extLst>
              <a:ext uri="{FF2B5EF4-FFF2-40B4-BE49-F238E27FC236}">
                <a16:creationId xmlns:a16="http://schemas.microsoft.com/office/drawing/2014/main" id="{A0866900-3996-0EC2-40B5-30F0F6931218}"/>
              </a:ext>
            </a:extLst>
          </p:cNvPr>
          <p:cNvSpPr/>
          <p:nvPr/>
        </p:nvSpPr>
        <p:spPr>
          <a:xfrm>
            <a:off x="7173687" y="2502927"/>
            <a:ext cx="295518" cy="312994"/>
          </a:xfrm>
          <a:prstGeom prst="octagon">
            <a:avLst/>
          </a:prstGeom>
          <a:solidFill>
            <a:srgbClr val="FF99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八边形 14">
            <a:extLst>
              <a:ext uri="{FF2B5EF4-FFF2-40B4-BE49-F238E27FC236}">
                <a16:creationId xmlns:a16="http://schemas.microsoft.com/office/drawing/2014/main" id="{D7CFBCA3-C24F-0BC8-680F-EC5EADEE1723}"/>
              </a:ext>
            </a:extLst>
          </p:cNvPr>
          <p:cNvSpPr/>
          <p:nvPr/>
        </p:nvSpPr>
        <p:spPr>
          <a:xfrm>
            <a:off x="7525353" y="2502926"/>
            <a:ext cx="295518" cy="312994"/>
          </a:xfrm>
          <a:prstGeom prst="octagon">
            <a:avLst/>
          </a:prstGeom>
          <a:solidFill>
            <a:srgbClr val="FF99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八边形 22">
            <a:extLst>
              <a:ext uri="{FF2B5EF4-FFF2-40B4-BE49-F238E27FC236}">
                <a16:creationId xmlns:a16="http://schemas.microsoft.com/office/drawing/2014/main" id="{88ACDE3E-362D-E544-163E-C1BFCE441DEF}"/>
              </a:ext>
            </a:extLst>
          </p:cNvPr>
          <p:cNvSpPr/>
          <p:nvPr/>
        </p:nvSpPr>
        <p:spPr>
          <a:xfrm>
            <a:off x="7877019" y="2502926"/>
            <a:ext cx="295518" cy="312994"/>
          </a:xfrm>
          <a:prstGeom prst="octagon">
            <a:avLst/>
          </a:prstGeom>
          <a:solidFill>
            <a:srgbClr val="FF99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八边形 23">
            <a:extLst>
              <a:ext uri="{FF2B5EF4-FFF2-40B4-BE49-F238E27FC236}">
                <a16:creationId xmlns:a16="http://schemas.microsoft.com/office/drawing/2014/main" id="{8E961B58-8240-047A-E0BD-DDD3B2121302}"/>
              </a:ext>
            </a:extLst>
          </p:cNvPr>
          <p:cNvSpPr/>
          <p:nvPr/>
        </p:nvSpPr>
        <p:spPr>
          <a:xfrm>
            <a:off x="8228685" y="2508764"/>
            <a:ext cx="295518" cy="312994"/>
          </a:xfrm>
          <a:prstGeom prst="octagon">
            <a:avLst/>
          </a:prstGeom>
          <a:solidFill>
            <a:srgbClr val="FF99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八边形 38">
            <a:extLst>
              <a:ext uri="{FF2B5EF4-FFF2-40B4-BE49-F238E27FC236}">
                <a16:creationId xmlns:a16="http://schemas.microsoft.com/office/drawing/2014/main" id="{603CF06E-8EF9-69E5-F2EA-DAE8296779B9}"/>
              </a:ext>
            </a:extLst>
          </p:cNvPr>
          <p:cNvSpPr/>
          <p:nvPr/>
        </p:nvSpPr>
        <p:spPr>
          <a:xfrm>
            <a:off x="8577946" y="2507063"/>
            <a:ext cx="295518" cy="312994"/>
          </a:xfrm>
          <a:prstGeom prst="octagon">
            <a:avLst/>
          </a:prstGeom>
          <a:solidFill>
            <a:srgbClr val="FF99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八边形 39">
            <a:extLst>
              <a:ext uri="{FF2B5EF4-FFF2-40B4-BE49-F238E27FC236}">
                <a16:creationId xmlns:a16="http://schemas.microsoft.com/office/drawing/2014/main" id="{F38582A7-1216-C61B-A47C-2C28A170C385}"/>
              </a:ext>
            </a:extLst>
          </p:cNvPr>
          <p:cNvSpPr/>
          <p:nvPr/>
        </p:nvSpPr>
        <p:spPr>
          <a:xfrm>
            <a:off x="7170787" y="2975154"/>
            <a:ext cx="295518" cy="312994"/>
          </a:xfrm>
          <a:prstGeom prst="octagon">
            <a:avLst/>
          </a:prstGeom>
          <a:solidFill>
            <a:srgbClr val="FF99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八边形 40">
            <a:extLst>
              <a:ext uri="{FF2B5EF4-FFF2-40B4-BE49-F238E27FC236}">
                <a16:creationId xmlns:a16="http://schemas.microsoft.com/office/drawing/2014/main" id="{41FE2A01-2332-2238-906C-8561E92BCD25}"/>
              </a:ext>
            </a:extLst>
          </p:cNvPr>
          <p:cNvSpPr/>
          <p:nvPr/>
        </p:nvSpPr>
        <p:spPr>
          <a:xfrm>
            <a:off x="7522453" y="2975153"/>
            <a:ext cx="295518" cy="312994"/>
          </a:xfrm>
          <a:prstGeom prst="octagon">
            <a:avLst/>
          </a:prstGeom>
          <a:solidFill>
            <a:srgbClr val="FF99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八边形 41">
            <a:extLst>
              <a:ext uri="{FF2B5EF4-FFF2-40B4-BE49-F238E27FC236}">
                <a16:creationId xmlns:a16="http://schemas.microsoft.com/office/drawing/2014/main" id="{9980A081-CF30-44E7-1980-5027E167A14E}"/>
              </a:ext>
            </a:extLst>
          </p:cNvPr>
          <p:cNvSpPr/>
          <p:nvPr/>
        </p:nvSpPr>
        <p:spPr>
          <a:xfrm>
            <a:off x="7874119" y="2975153"/>
            <a:ext cx="295518" cy="312994"/>
          </a:xfrm>
          <a:prstGeom prst="octagon">
            <a:avLst/>
          </a:prstGeom>
          <a:solidFill>
            <a:srgbClr val="FF99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八边形 42">
            <a:extLst>
              <a:ext uri="{FF2B5EF4-FFF2-40B4-BE49-F238E27FC236}">
                <a16:creationId xmlns:a16="http://schemas.microsoft.com/office/drawing/2014/main" id="{83DDBD27-B088-1800-3114-A16E034A405F}"/>
              </a:ext>
            </a:extLst>
          </p:cNvPr>
          <p:cNvSpPr/>
          <p:nvPr/>
        </p:nvSpPr>
        <p:spPr>
          <a:xfrm>
            <a:off x="8225785" y="2980991"/>
            <a:ext cx="295518" cy="312994"/>
          </a:xfrm>
          <a:prstGeom prst="octagon">
            <a:avLst/>
          </a:prstGeom>
          <a:solidFill>
            <a:srgbClr val="FF99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八边形 49">
            <a:extLst>
              <a:ext uri="{FF2B5EF4-FFF2-40B4-BE49-F238E27FC236}">
                <a16:creationId xmlns:a16="http://schemas.microsoft.com/office/drawing/2014/main" id="{AA163B84-65AE-EC49-271C-0F9EAC15E312}"/>
              </a:ext>
            </a:extLst>
          </p:cNvPr>
          <p:cNvSpPr/>
          <p:nvPr/>
        </p:nvSpPr>
        <p:spPr>
          <a:xfrm>
            <a:off x="8575046" y="2979290"/>
            <a:ext cx="295518" cy="312994"/>
          </a:xfrm>
          <a:prstGeom prst="octagon">
            <a:avLst/>
          </a:prstGeom>
          <a:solidFill>
            <a:srgbClr val="FF99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八边形 52">
            <a:extLst>
              <a:ext uri="{FF2B5EF4-FFF2-40B4-BE49-F238E27FC236}">
                <a16:creationId xmlns:a16="http://schemas.microsoft.com/office/drawing/2014/main" id="{0905B3C9-751A-3A76-34C1-A396948B9779}"/>
              </a:ext>
            </a:extLst>
          </p:cNvPr>
          <p:cNvSpPr/>
          <p:nvPr/>
        </p:nvSpPr>
        <p:spPr>
          <a:xfrm>
            <a:off x="7170787" y="3482131"/>
            <a:ext cx="295518" cy="312994"/>
          </a:xfrm>
          <a:prstGeom prst="octagon">
            <a:avLst/>
          </a:prstGeom>
          <a:solidFill>
            <a:srgbClr val="FF99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八边形 53">
            <a:extLst>
              <a:ext uri="{FF2B5EF4-FFF2-40B4-BE49-F238E27FC236}">
                <a16:creationId xmlns:a16="http://schemas.microsoft.com/office/drawing/2014/main" id="{541EDACE-0B0C-378E-9345-1BFE2B3A10A0}"/>
              </a:ext>
            </a:extLst>
          </p:cNvPr>
          <p:cNvSpPr/>
          <p:nvPr/>
        </p:nvSpPr>
        <p:spPr>
          <a:xfrm>
            <a:off x="7522453" y="3482130"/>
            <a:ext cx="295518" cy="312994"/>
          </a:xfrm>
          <a:prstGeom prst="octagon">
            <a:avLst/>
          </a:prstGeom>
          <a:solidFill>
            <a:srgbClr val="FF99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八边形 54">
            <a:extLst>
              <a:ext uri="{FF2B5EF4-FFF2-40B4-BE49-F238E27FC236}">
                <a16:creationId xmlns:a16="http://schemas.microsoft.com/office/drawing/2014/main" id="{762C0B4D-F7F7-13E2-19B7-F06FE883A3E8}"/>
              </a:ext>
            </a:extLst>
          </p:cNvPr>
          <p:cNvSpPr/>
          <p:nvPr/>
        </p:nvSpPr>
        <p:spPr>
          <a:xfrm>
            <a:off x="7874119" y="3482130"/>
            <a:ext cx="295518" cy="312994"/>
          </a:xfrm>
          <a:prstGeom prst="octagon">
            <a:avLst/>
          </a:prstGeom>
          <a:solidFill>
            <a:srgbClr val="FF99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八边形 56">
            <a:extLst>
              <a:ext uri="{FF2B5EF4-FFF2-40B4-BE49-F238E27FC236}">
                <a16:creationId xmlns:a16="http://schemas.microsoft.com/office/drawing/2014/main" id="{304DBE40-0735-50CF-1C1B-3F515F6AE998}"/>
              </a:ext>
            </a:extLst>
          </p:cNvPr>
          <p:cNvSpPr/>
          <p:nvPr/>
        </p:nvSpPr>
        <p:spPr>
          <a:xfrm>
            <a:off x="8225785" y="3487968"/>
            <a:ext cx="295518" cy="312994"/>
          </a:xfrm>
          <a:prstGeom prst="octagon">
            <a:avLst/>
          </a:prstGeom>
          <a:solidFill>
            <a:srgbClr val="FF99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八边形 57">
            <a:extLst>
              <a:ext uri="{FF2B5EF4-FFF2-40B4-BE49-F238E27FC236}">
                <a16:creationId xmlns:a16="http://schemas.microsoft.com/office/drawing/2014/main" id="{C426C8FB-BBA7-CC90-1E8E-A0340A354B29}"/>
              </a:ext>
            </a:extLst>
          </p:cNvPr>
          <p:cNvSpPr/>
          <p:nvPr/>
        </p:nvSpPr>
        <p:spPr>
          <a:xfrm>
            <a:off x="8575046" y="3486267"/>
            <a:ext cx="295518" cy="312994"/>
          </a:xfrm>
          <a:prstGeom prst="octagon">
            <a:avLst/>
          </a:prstGeom>
          <a:solidFill>
            <a:srgbClr val="FF99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八边形 58">
            <a:extLst>
              <a:ext uri="{FF2B5EF4-FFF2-40B4-BE49-F238E27FC236}">
                <a16:creationId xmlns:a16="http://schemas.microsoft.com/office/drawing/2014/main" id="{55B17A70-86EA-1B0A-894D-3E0189E6603E}"/>
              </a:ext>
            </a:extLst>
          </p:cNvPr>
          <p:cNvSpPr/>
          <p:nvPr/>
        </p:nvSpPr>
        <p:spPr>
          <a:xfrm>
            <a:off x="7170787" y="3963980"/>
            <a:ext cx="295518" cy="312994"/>
          </a:xfrm>
          <a:prstGeom prst="octagon">
            <a:avLst/>
          </a:prstGeom>
          <a:solidFill>
            <a:srgbClr val="FF99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八边形 60">
            <a:extLst>
              <a:ext uri="{FF2B5EF4-FFF2-40B4-BE49-F238E27FC236}">
                <a16:creationId xmlns:a16="http://schemas.microsoft.com/office/drawing/2014/main" id="{0CE9A0F1-3686-B335-3F9A-1484A868D6C2}"/>
              </a:ext>
            </a:extLst>
          </p:cNvPr>
          <p:cNvSpPr/>
          <p:nvPr/>
        </p:nvSpPr>
        <p:spPr>
          <a:xfrm>
            <a:off x="7522453" y="3963979"/>
            <a:ext cx="295518" cy="312994"/>
          </a:xfrm>
          <a:prstGeom prst="octagon">
            <a:avLst/>
          </a:prstGeom>
          <a:solidFill>
            <a:srgbClr val="FF99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17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八边形 61">
            <a:extLst>
              <a:ext uri="{FF2B5EF4-FFF2-40B4-BE49-F238E27FC236}">
                <a16:creationId xmlns:a16="http://schemas.microsoft.com/office/drawing/2014/main" id="{B09ADE32-0E7C-B3D6-279D-E17355E44FE5}"/>
              </a:ext>
            </a:extLst>
          </p:cNvPr>
          <p:cNvSpPr/>
          <p:nvPr/>
        </p:nvSpPr>
        <p:spPr>
          <a:xfrm>
            <a:off x="7874119" y="3963979"/>
            <a:ext cx="295518" cy="312994"/>
          </a:xfrm>
          <a:prstGeom prst="octagon">
            <a:avLst/>
          </a:prstGeom>
          <a:solidFill>
            <a:srgbClr val="FF99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八边形 63">
            <a:extLst>
              <a:ext uri="{FF2B5EF4-FFF2-40B4-BE49-F238E27FC236}">
                <a16:creationId xmlns:a16="http://schemas.microsoft.com/office/drawing/2014/main" id="{432F248A-E2AC-20BC-D38A-9834DC654AF8}"/>
              </a:ext>
            </a:extLst>
          </p:cNvPr>
          <p:cNvSpPr/>
          <p:nvPr/>
        </p:nvSpPr>
        <p:spPr>
          <a:xfrm>
            <a:off x="8225785" y="3969817"/>
            <a:ext cx="295518" cy="312994"/>
          </a:xfrm>
          <a:prstGeom prst="octagon">
            <a:avLst/>
          </a:prstGeom>
          <a:solidFill>
            <a:srgbClr val="FF99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八边形 64">
            <a:extLst>
              <a:ext uri="{FF2B5EF4-FFF2-40B4-BE49-F238E27FC236}">
                <a16:creationId xmlns:a16="http://schemas.microsoft.com/office/drawing/2014/main" id="{5BF3BF1C-93DF-CB88-B291-282942D3B738}"/>
              </a:ext>
            </a:extLst>
          </p:cNvPr>
          <p:cNvSpPr/>
          <p:nvPr/>
        </p:nvSpPr>
        <p:spPr>
          <a:xfrm>
            <a:off x="8575046" y="3968116"/>
            <a:ext cx="295518" cy="312994"/>
          </a:xfrm>
          <a:prstGeom prst="octagon">
            <a:avLst/>
          </a:prstGeom>
          <a:solidFill>
            <a:srgbClr val="FF99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54C3D08F-E716-3655-87A3-10FD3A84B3A5}"/>
              </a:ext>
            </a:extLst>
          </p:cNvPr>
          <p:cNvSpPr/>
          <p:nvPr/>
        </p:nvSpPr>
        <p:spPr>
          <a:xfrm>
            <a:off x="7057028" y="2398073"/>
            <a:ext cx="1967670" cy="22531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6" name="连接符: 肘形 75">
            <a:extLst>
              <a:ext uri="{FF2B5EF4-FFF2-40B4-BE49-F238E27FC236}">
                <a16:creationId xmlns:a16="http://schemas.microsoft.com/office/drawing/2014/main" id="{F2943B02-F852-4C2E-D08F-4AB052CF2041}"/>
              </a:ext>
            </a:extLst>
          </p:cNvPr>
          <p:cNvCxnSpPr>
            <a:cxnSpLocks/>
            <a:stCxn id="14" idx="2"/>
            <a:endCxn id="68" idx="0"/>
          </p:cNvCxnSpPr>
          <p:nvPr/>
        </p:nvCxnSpPr>
        <p:spPr>
          <a:xfrm rot="16200000" flipH="1">
            <a:off x="7869648" y="2226857"/>
            <a:ext cx="253587" cy="8884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连接符: 肘形 78">
            <a:extLst>
              <a:ext uri="{FF2B5EF4-FFF2-40B4-BE49-F238E27FC236}">
                <a16:creationId xmlns:a16="http://schemas.microsoft.com/office/drawing/2014/main" id="{64A6E8AF-F20A-964B-1262-9F7887B421E0}"/>
              </a:ext>
            </a:extLst>
          </p:cNvPr>
          <p:cNvCxnSpPr>
            <a:cxnSpLocks/>
            <a:stCxn id="70" idx="1"/>
            <a:endCxn id="22" idx="3"/>
          </p:cNvCxnSpPr>
          <p:nvPr/>
        </p:nvCxnSpPr>
        <p:spPr>
          <a:xfrm rot="10800000" flipV="1">
            <a:off x="4158358" y="2656645"/>
            <a:ext cx="2982431" cy="3332851"/>
          </a:xfrm>
          <a:prstGeom prst="bentConnector3">
            <a:avLst>
              <a:gd name="adj1" fmla="val 1459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连接符: 肘形 84">
            <a:extLst>
              <a:ext uri="{FF2B5EF4-FFF2-40B4-BE49-F238E27FC236}">
                <a16:creationId xmlns:a16="http://schemas.microsoft.com/office/drawing/2014/main" id="{1A6A6F7B-3F54-13AF-5953-6FEAD13C65A3}"/>
              </a:ext>
            </a:extLst>
          </p:cNvPr>
          <p:cNvCxnSpPr>
            <a:cxnSpLocks/>
            <a:stCxn id="74" idx="3"/>
            <a:endCxn id="26" idx="0"/>
          </p:cNvCxnSpPr>
          <p:nvPr/>
        </p:nvCxnSpPr>
        <p:spPr>
          <a:xfrm flipH="1">
            <a:off x="8632363" y="4105652"/>
            <a:ext cx="284155" cy="1689761"/>
          </a:xfrm>
          <a:prstGeom prst="bentConnector4">
            <a:avLst>
              <a:gd name="adj1" fmla="val -80449"/>
              <a:gd name="adj2" fmla="val 5540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连接符: 肘形 90">
            <a:extLst>
              <a:ext uri="{FF2B5EF4-FFF2-40B4-BE49-F238E27FC236}">
                <a16:creationId xmlns:a16="http://schemas.microsoft.com/office/drawing/2014/main" id="{41418AB6-CE75-87DA-73E6-C0485B6A4F2B}"/>
              </a:ext>
            </a:extLst>
          </p:cNvPr>
          <p:cNvCxnSpPr>
            <a:cxnSpLocks/>
            <a:stCxn id="27" idx="0"/>
            <a:endCxn id="73" idx="3"/>
          </p:cNvCxnSpPr>
          <p:nvPr/>
        </p:nvCxnSpPr>
        <p:spPr>
          <a:xfrm rot="16200000" flipV="1">
            <a:off x="8388548" y="4206862"/>
            <a:ext cx="2134489" cy="103104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连接符: 肘形 93">
            <a:extLst>
              <a:ext uri="{FF2B5EF4-FFF2-40B4-BE49-F238E27FC236}">
                <a16:creationId xmlns:a16="http://schemas.microsoft.com/office/drawing/2014/main" id="{B7B8B054-96A6-113C-5129-C286C41CC222}"/>
              </a:ext>
            </a:extLst>
          </p:cNvPr>
          <p:cNvCxnSpPr>
            <a:cxnSpLocks/>
            <a:stCxn id="28" idx="0"/>
            <a:endCxn id="71" idx="3"/>
          </p:cNvCxnSpPr>
          <p:nvPr/>
        </p:nvCxnSpPr>
        <p:spPr>
          <a:xfrm rot="16200000" flipV="1">
            <a:off x="8796355" y="3275720"/>
            <a:ext cx="2644758" cy="2383054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文本框 100">
            <a:extLst>
              <a:ext uri="{FF2B5EF4-FFF2-40B4-BE49-F238E27FC236}">
                <a16:creationId xmlns:a16="http://schemas.microsoft.com/office/drawing/2014/main" id="{BC1C443F-4A1D-5F53-D8E9-0ED45E73F68E}"/>
              </a:ext>
            </a:extLst>
          </p:cNvPr>
          <p:cNvSpPr txBox="1"/>
          <p:nvPr/>
        </p:nvSpPr>
        <p:spPr>
          <a:xfrm>
            <a:off x="7132980" y="4343446"/>
            <a:ext cx="2024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5506D100-9804-A205-4708-06B98275D703}"/>
              </a:ext>
            </a:extLst>
          </p:cNvPr>
          <p:cNvSpPr/>
          <p:nvPr/>
        </p:nvSpPr>
        <p:spPr>
          <a:xfrm>
            <a:off x="1420573" y="6412647"/>
            <a:ext cx="762001" cy="369332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楼</a:t>
            </a: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401B993D-68E1-9B1C-3459-8616DD6A3F87}"/>
              </a:ext>
            </a:extLst>
          </p:cNvPr>
          <p:cNvSpPr/>
          <p:nvPr/>
        </p:nvSpPr>
        <p:spPr>
          <a:xfrm>
            <a:off x="9203836" y="6383427"/>
            <a:ext cx="762001" cy="369332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楼</a:t>
            </a:r>
          </a:p>
        </p:txBody>
      </p:sp>
    </p:spTree>
    <p:extLst>
      <p:ext uri="{BB962C8B-B14F-4D97-AF65-F5344CB8AC3E}">
        <p14:creationId xmlns:p14="http://schemas.microsoft.com/office/powerpoint/2010/main" val="814792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5B70831-C398-AAC0-73AD-C2DFCA2357EC}"/>
              </a:ext>
            </a:extLst>
          </p:cNvPr>
          <p:cNvCxnSpPr/>
          <p:nvPr/>
        </p:nvCxnSpPr>
        <p:spPr>
          <a:xfrm>
            <a:off x="43543" y="1306286"/>
            <a:ext cx="12104914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5EE311B3-6973-C669-E6C7-D892918FEDAD}"/>
              </a:ext>
            </a:extLst>
          </p:cNvPr>
          <p:cNvCxnSpPr>
            <a:cxnSpLocks/>
          </p:cNvCxnSpPr>
          <p:nvPr/>
        </p:nvCxnSpPr>
        <p:spPr>
          <a:xfrm>
            <a:off x="0" y="3547956"/>
            <a:ext cx="6805061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7769184-380D-D7B5-56B2-8FB1754473B0}"/>
              </a:ext>
            </a:extLst>
          </p:cNvPr>
          <p:cNvCxnSpPr/>
          <p:nvPr/>
        </p:nvCxnSpPr>
        <p:spPr>
          <a:xfrm>
            <a:off x="174184" y="6354121"/>
            <a:ext cx="12104914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23FFCC2E-BDE0-5B82-E608-0B6EC3093FFF}"/>
              </a:ext>
            </a:extLst>
          </p:cNvPr>
          <p:cNvSpPr txBox="1"/>
          <p:nvPr/>
        </p:nvSpPr>
        <p:spPr>
          <a:xfrm>
            <a:off x="43543" y="816428"/>
            <a:ext cx="1088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系统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D394819-DA08-0B03-5E97-C5A8C52B80AC}"/>
              </a:ext>
            </a:extLst>
          </p:cNvPr>
          <p:cNvSpPr txBox="1"/>
          <p:nvPr/>
        </p:nvSpPr>
        <p:spPr>
          <a:xfrm>
            <a:off x="43543" y="2502926"/>
            <a:ext cx="1088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区域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18D2A05-38F4-9FF7-00B6-F9CF35ACF7F2}"/>
              </a:ext>
            </a:extLst>
          </p:cNvPr>
          <p:cNvSpPr txBox="1"/>
          <p:nvPr/>
        </p:nvSpPr>
        <p:spPr>
          <a:xfrm>
            <a:off x="-21778" y="3632002"/>
            <a:ext cx="1088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房间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D872380-B1C4-8F74-F0D5-26AED782F4B6}"/>
              </a:ext>
            </a:extLst>
          </p:cNvPr>
          <p:cNvSpPr/>
          <p:nvPr/>
        </p:nvSpPr>
        <p:spPr>
          <a:xfrm>
            <a:off x="2068288" y="597942"/>
            <a:ext cx="1088571" cy="54427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寸屏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1C763F55-BBAA-1C20-5552-FE4F1BD76BC9}"/>
              </a:ext>
            </a:extLst>
          </p:cNvPr>
          <p:cNvCxnSpPr/>
          <p:nvPr/>
        </p:nvCxnSpPr>
        <p:spPr>
          <a:xfrm>
            <a:off x="43543" y="2345478"/>
            <a:ext cx="12104914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4B5DC338-2523-389C-4E8E-F34C1913DB98}"/>
              </a:ext>
            </a:extLst>
          </p:cNvPr>
          <p:cNvSpPr txBox="1"/>
          <p:nvPr/>
        </p:nvSpPr>
        <p:spPr>
          <a:xfrm>
            <a:off x="43543" y="1855620"/>
            <a:ext cx="1088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子系统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D461244-92D6-EC0C-C17A-03C8053C21E7}"/>
              </a:ext>
            </a:extLst>
          </p:cNvPr>
          <p:cNvSpPr/>
          <p:nvPr/>
        </p:nvSpPr>
        <p:spPr>
          <a:xfrm>
            <a:off x="1823357" y="1616135"/>
            <a:ext cx="952499" cy="4688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寸屏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530FAF6-E785-5DB8-B308-2624D6D65B06}"/>
              </a:ext>
            </a:extLst>
          </p:cNvPr>
          <p:cNvSpPr/>
          <p:nvPr/>
        </p:nvSpPr>
        <p:spPr>
          <a:xfrm>
            <a:off x="979713" y="3071339"/>
            <a:ext cx="76200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新风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7C9A294-054D-C8B0-8FC2-3F82EE8EAF64}"/>
              </a:ext>
            </a:extLst>
          </p:cNvPr>
          <p:cNvSpPr/>
          <p:nvPr/>
        </p:nvSpPr>
        <p:spPr>
          <a:xfrm>
            <a:off x="1823358" y="3071339"/>
            <a:ext cx="76200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调湿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B7B18D0-0E84-09CA-2DF3-8141BBAEEF98}"/>
              </a:ext>
            </a:extLst>
          </p:cNvPr>
          <p:cNvSpPr/>
          <p:nvPr/>
        </p:nvSpPr>
        <p:spPr>
          <a:xfrm>
            <a:off x="2667003" y="3071730"/>
            <a:ext cx="76200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除菌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47847E9-3EC3-6003-DA44-0540283F58AC}"/>
              </a:ext>
            </a:extLst>
          </p:cNvPr>
          <p:cNvSpPr/>
          <p:nvPr/>
        </p:nvSpPr>
        <p:spPr>
          <a:xfrm>
            <a:off x="1306287" y="5810618"/>
            <a:ext cx="762001" cy="369332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房间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FFE7F24-BA33-8253-D4A5-F86718AA2B80}"/>
              </a:ext>
            </a:extLst>
          </p:cNvPr>
          <p:cNvSpPr/>
          <p:nvPr/>
        </p:nvSpPr>
        <p:spPr>
          <a:xfrm>
            <a:off x="2351322" y="5804831"/>
            <a:ext cx="762001" cy="369332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房间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EB8A6AB-2F86-CD07-54C1-089D4B8CC1CB}"/>
              </a:ext>
            </a:extLst>
          </p:cNvPr>
          <p:cNvSpPr/>
          <p:nvPr/>
        </p:nvSpPr>
        <p:spPr>
          <a:xfrm>
            <a:off x="3396356" y="5804831"/>
            <a:ext cx="762001" cy="369332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房间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B8FD0BA-77A5-1327-2B83-FBC783EED4D8}"/>
              </a:ext>
            </a:extLst>
          </p:cNvPr>
          <p:cNvSpPr/>
          <p:nvPr/>
        </p:nvSpPr>
        <p:spPr>
          <a:xfrm>
            <a:off x="8251362" y="5795413"/>
            <a:ext cx="762001" cy="369332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房间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ADAEF4E-14EF-9E8A-DCB3-E0223DF73E64}"/>
              </a:ext>
            </a:extLst>
          </p:cNvPr>
          <p:cNvSpPr/>
          <p:nvPr/>
        </p:nvSpPr>
        <p:spPr>
          <a:xfrm>
            <a:off x="9590311" y="5789626"/>
            <a:ext cx="762001" cy="369332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房间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837F101-5206-A999-8048-A2EF1606A5BB}"/>
              </a:ext>
            </a:extLst>
          </p:cNvPr>
          <p:cNvSpPr/>
          <p:nvPr/>
        </p:nvSpPr>
        <p:spPr>
          <a:xfrm>
            <a:off x="10929260" y="5789626"/>
            <a:ext cx="762001" cy="369332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房间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39300C13-C668-D442-1FE3-E5684ABC5007}"/>
              </a:ext>
            </a:extLst>
          </p:cNvPr>
          <p:cNvSpPr/>
          <p:nvPr/>
        </p:nvSpPr>
        <p:spPr>
          <a:xfrm>
            <a:off x="3984185" y="1616135"/>
            <a:ext cx="952499" cy="46887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寸屏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8444081-EED2-4CFD-FE29-2C1E67755639}"/>
              </a:ext>
            </a:extLst>
          </p:cNvPr>
          <p:cNvSpPr/>
          <p:nvPr/>
        </p:nvSpPr>
        <p:spPr>
          <a:xfrm>
            <a:off x="3984185" y="3070948"/>
            <a:ext cx="76200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新风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73B7FC7-8AF3-9012-CF91-61B0AFE37636}"/>
              </a:ext>
            </a:extLst>
          </p:cNvPr>
          <p:cNvSpPr/>
          <p:nvPr/>
        </p:nvSpPr>
        <p:spPr>
          <a:xfrm>
            <a:off x="4827830" y="3070948"/>
            <a:ext cx="76200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调湿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CC9AA02-6678-973A-0E23-A8D9260002E7}"/>
              </a:ext>
            </a:extLst>
          </p:cNvPr>
          <p:cNvSpPr/>
          <p:nvPr/>
        </p:nvSpPr>
        <p:spPr>
          <a:xfrm>
            <a:off x="5671475" y="3071339"/>
            <a:ext cx="76200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除菌</a:t>
            </a: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913F03F9-567E-8B82-B099-158A9D171334}"/>
              </a:ext>
            </a:extLst>
          </p:cNvPr>
          <p:cNvSpPr/>
          <p:nvPr/>
        </p:nvSpPr>
        <p:spPr>
          <a:xfrm>
            <a:off x="658585" y="4107052"/>
            <a:ext cx="859972" cy="52677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风口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192D81AC-69CA-AAC7-EE52-27B05D0ADBB0}"/>
              </a:ext>
            </a:extLst>
          </p:cNvPr>
          <p:cNvSpPr/>
          <p:nvPr/>
        </p:nvSpPr>
        <p:spPr>
          <a:xfrm>
            <a:off x="1594757" y="4095381"/>
            <a:ext cx="859972" cy="52677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风口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72F16FB7-E5E7-BB5C-742F-BF9A3B189FDD}"/>
              </a:ext>
            </a:extLst>
          </p:cNvPr>
          <p:cNvSpPr/>
          <p:nvPr/>
        </p:nvSpPr>
        <p:spPr>
          <a:xfrm>
            <a:off x="2530929" y="4107052"/>
            <a:ext cx="859972" cy="52677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风口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763FE87E-7F87-58F3-E55C-5BD0C6E0A6A5}"/>
              </a:ext>
            </a:extLst>
          </p:cNvPr>
          <p:cNvSpPr/>
          <p:nvPr/>
        </p:nvSpPr>
        <p:spPr>
          <a:xfrm>
            <a:off x="3548754" y="4107052"/>
            <a:ext cx="859972" cy="526779"/>
          </a:xfrm>
          <a:prstGeom prst="ellipse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风口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B5E34841-840D-54FB-70A4-C0FD82C177EB}"/>
              </a:ext>
            </a:extLst>
          </p:cNvPr>
          <p:cNvSpPr/>
          <p:nvPr/>
        </p:nvSpPr>
        <p:spPr>
          <a:xfrm>
            <a:off x="4484926" y="4095381"/>
            <a:ext cx="859972" cy="526779"/>
          </a:xfrm>
          <a:prstGeom prst="ellipse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风口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54914587-8336-C229-45D4-1CE614E63233}"/>
              </a:ext>
            </a:extLst>
          </p:cNvPr>
          <p:cNvSpPr/>
          <p:nvPr/>
        </p:nvSpPr>
        <p:spPr>
          <a:xfrm>
            <a:off x="5421098" y="4107052"/>
            <a:ext cx="859972" cy="526779"/>
          </a:xfrm>
          <a:prstGeom prst="ellipse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风口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1" name="连接符: 肘形 50">
            <a:extLst>
              <a:ext uri="{FF2B5EF4-FFF2-40B4-BE49-F238E27FC236}">
                <a16:creationId xmlns:a16="http://schemas.microsoft.com/office/drawing/2014/main" id="{E08627C7-6FA4-368E-192D-015215A365FE}"/>
              </a:ext>
            </a:extLst>
          </p:cNvPr>
          <p:cNvCxnSpPr>
            <a:stCxn id="11" idx="2"/>
            <a:endCxn id="16" idx="0"/>
          </p:cNvCxnSpPr>
          <p:nvPr/>
        </p:nvCxnSpPr>
        <p:spPr>
          <a:xfrm rot="5400000">
            <a:off x="2219134" y="1222695"/>
            <a:ext cx="473914" cy="31296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连接符: 肘形 51">
            <a:extLst>
              <a:ext uri="{FF2B5EF4-FFF2-40B4-BE49-F238E27FC236}">
                <a16:creationId xmlns:a16="http://schemas.microsoft.com/office/drawing/2014/main" id="{039E403D-02A6-C402-680E-C16A9F7C0B68}"/>
              </a:ext>
            </a:extLst>
          </p:cNvPr>
          <p:cNvCxnSpPr>
            <a:cxnSpLocks/>
            <a:stCxn id="11" idx="2"/>
            <a:endCxn id="29" idx="0"/>
          </p:cNvCxnSpPr>
          <p:nvPr/>
        </p:nvCxnSpPr>
        <p:spPr>
          <a:xfrm rot="16200000" flipH="1">
            <a:off x="3299547" y="455247"/>
            <a:ext cx="473914" cy="184786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连接符: 肘形 59">
            <a:extLst>
              <a:ext uri="{FF2B5EF4-FFF2-40B4-BE49-F238E27FC236}">
                <a16:creationId xmlns:a16="http://schemas.microsoft.com/office/drawing/2014/main" id="{CA943F4E-7AF2-3477-E16B-A9701ABC6F56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 rot="5400000">
            <a:off x="1336995" y="2108727"/>
            <a:ext cx="986332" cy="93889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连接符: 肘形 62">
            <a:extLst>
              <a:ext uri="{FF2B5EF4-FFF2-40B4-BE49-F238E27FC236}">
                <a16:creationId xmlns:a16="http://schemas.microsoft.com/office/drawing/2014/main" id="{258910EA-6A41-F907-5FCA-817D39D9C6AF}"/>
              </a:ext>
            </a:extLst>
          </p:cNvPr>
          <p:cNvCxnSpPr>
            <a:cxnSpLocks/>
            <a:stCxn id="16" idx="2"/>
            <a:endCxn id="18" idx="0"/>
          </p:cNvCxnSpPr>
          <p:nvPr/>
        </p:nvCxnSpPr>
        <p:spPr>
          <a:xfrm rot="5400000">
            <a:off x="1758817" y="2530549"/>
            <a:ext cx="986332" cy="9524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连接符: 肘形 65">
            <a:extLst>
              <a:ext uri="{FF2B5EF4-FFF2-40B4-BE49-F238E27FC236}">
                <a16:creationId xmlns:a16="http://schemas.microsoft.com/office/drawing/2014/main" id="{C2A2E20D-B4C1-A248-E78F-7AACF19ECA0D}"/>
              </a:ext>
            </a:extLst>
          </p:cNvPr>
          <p:cNvCxnSpPr>
            <a:cxnSpLocks/>
            <a:stCxn id="16" idx="2"/>
            <a:endCxn id="19" idx="0"/>
          </p:cNvCxnSpPr>
          <p:nvPr/>
        </p:nvCxnSpPr>
        <p:spPr>
          <a:xfrm rot="16200000" flipH="1">
            <a:off x="2180444" y="2204169"/>
            <a:ext cx="986723" cy="748397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连接符: 肘形 68">
            <a:extLst>
              <a:ext uri="{FF2B5EF4-FFF2-40B4-BE49-F238E27FC236}">
                <a16:creationId xmlns:a16="http://schemas.microsoft.com/office/drawing/2014/main" id="{9D36DF2B-9C1D-FE1E-0BE5-6B2DD98B5074}"/>
              </a:ext>
            </a:extLst>
          </p:cNvPr>
          <p:cNvCxnSpPr>
            <a:cxnSpLocks/>
            <a:stCxn id="29" idx="2"/>
            <a:endCxn id="32" idx="0"/>
          </p:cNvCxnSpPr>
          <p:nvPr/>
        </p:nvCxnSpPr>
        <p:spPr>
          <a:xfrm rot="16200000" flipH="1">
            <a:off x="4763289" y="1782152"/>
            <a:ext cx="986332" cy="159204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连接符: 肘形 71">
            <a:extLst>
              <a:ext uri="{FF2B5EF4-FFF2-40B4-BE49-F238E27FC236}">
                <a16:creationId xmlns:a16="http://schemas.microsoft.com/office/drawing/2014/main" id="{E3BE2113-E1D0-031A-E715-9EF7703C9566}"/>
              </a:ext>
            </a:extLst>
          </p:cNvPr>
          <p:cNvCxnSpPr>
            <a:cxnSpLocks/>
            <a:stCxn id="29" idx="2"/>
            <a:endCxn id="31" idx="0"/>
          </p:cNvCxnSpPr>
          <p:nvPr/>
        </p:nvCxnSpPr>
        <p:spPr>
          <a:xfrm rot="16200000" flipH="1">
            <a:off x="4341663" y="2203779"/>
            <a:ext cx="985941" cy="74839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连接符: 肘形 74">
            <a:extLst>
              <a:ext uri="{FF2B5EF4-FFF2-40B4-BE49-F238E27FC236}">
                <a16:creationId xmlns:a16="http://schemas.microsoft.com/office/drawing/2014/main" id="{BA6E0074-14F3-8221-1DBF-ACFEEA19D9BE}"/>
              </a:ext>
            </a:extLst>
          </p:cNvPr>
          <p:cNvCxnSpPr>
            <a:cxnSpLocks/>
            <a:stCxn id="29" idx="2"/>
            <a:endCxn id="30" idx="0"/>
          </p:cNvCxnSpPr>
          <p:nvPr/>
        </p:nvCxnSpPr>
        <p:spPr>
          <a:xfrm rot="5400000">
            <a:off x="3919841" y="2530353"/>
            <a:ext cx="985941" cy="95249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连接符: 肘形 104">
            <a:extLst>
              <a:ext uri="{FF2B5EF4-FFF2-40B4-BE49-F238E27FC236}">
                <a16:creationId xmlns:a16="http://schemas.microsoft.com/office/drawing/2014/main" id="{6447F533-87EF-A615-AE8B-BDE2DFFB52B2}"/>
              </a:ext>
            </a:extLst>
          </p:cNvPr>
          <p:cNvCxnSpPr>
            <a:cxnSpLocks/>
            <a:stCxn id="17" idx="2"/>
            <a:endCxn id="34" idx="0"/>
          </p:cNvCxnSpPr>
          <p:nvPr/>
        </p:nvCxnSpPr>
        <p:spPr>
          <a:xfrm rot="16200000" flipH="1">
            <a:off x="1365373" y="3436011"/>
            <a:ext cx="654710" cy="66402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连接符: 肘形 107">
            <a:extLst>
              <a:ext uri="{FF2B5EF4-FFF2-40B4-BE49-F238E27FC236}">
                <a16:creationId xmlns:a16="http://schemas.microsoft.com/office/drawing/2014/main" id="{A757AA5B-07E0-A217-020B-9C35B8E94662}"/>
              </a:ext>
            </a:extLst>
          </p:cNvPr>
          <p:cNvCxnSpPr>
            <a:cxnSpLocks/>
            <a:stCxn id="17" idx="2"/>
            <a:endCxn id="33" idx="0"/>
          </p:cNvCxnSpPr>
          <p:nvPr/>
        </p:nvCxnSpPr>
        <p:spPr>
          <a:xfrm rot="5400000">
            <a:off x="891453" y="3637790"/>
            <a:ext cx="666381" cy="27214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连接符: 肘形 110">
            <a:extLst>
              <a:ext uri="{FF2B5EF4-FFF2-40B4-BE49-F238E27FC236}">
                <a16:creationId xmlns:a16="http://schemas.microsoft.com/office/drawing/2014/main" id="{9F3280EA-0270-FE3B-375A-A5BDB7010103}"/>
              </a:ext>
            </a:extLst>
          </p:cNvPr>
          <p:cNvCxnSpPr>
            <a:cxnSpLocks/>
            <a:stCxn id="17" idx="2"/>
            <a:endCxn id="35" idx="0"/>
          </p:cNvCxnSpPr>
          <p:nvPr/>
        </p:nvCxnSpPr>
        <p:spPr>
          <a:xfrm rot="16200000" flipH="1">
            <a:off x="1827624" y="2973760"/>
            <a:ext cx="666381" cy="160020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连接符: 肘形 113">
            <a:extLst>
              <a:ext uri="{FF2B5EF4-FFF2-40B4-BE49-F238E27FC236}">
                <a16:creationId xmlns:a16="http://schemas.microsoft.com/office/drawing/2014/main" id="{895E6C37-38F3-DA27-F28C-63293545AD6E}"/>
              </a:ext>
            </a:extLst>
          </p:cNvPr>
          <p:cNvCxnSpPr>
            <a:cxnSpLocks/>
            <a:stCxn id="30" idx="2"/>
            <a:endCxn id="36" idx="0"/>
          </p:cNvCxnSpPr>
          <p:nvPr/>
        </p:nvCxnSpPr>
        <p:spPr>
          <a:xfrm rot="5400000">
            <a:off x="3838577" y="3580443"/>
            <a:ext cx="666772" cy="38644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连接符: 肘形 116">
            <a:extLst>
              <a:ext uri="{FF2B5EF4-FFF2-40B4-BE49-F238E27FC236}">
                <a16:creationId xmlns:a16="http://schemas.microsoft.com/office/drawing/2014/main" id="{5460196B-BA9F-B5A9-8812-8205F15EE12A}"/>
              </a:ext>
            </a:extLst>
          </p:cNvPr>
          <p:cNvCxnSpPr>
            <a:cxnSpLocks/>
            <a:stCxn id="30" idx="2"/>
            <a:endCxn id="37" idx="0"/>
          </p:cNvCxnSpPr>
          <p:nvPr/>
        </p:nvCxnSpPr>
        <p:spPr>
          <a:xfrm rot="16200000" flipH="1">
            <a:off x="4312499" y="3492967"/>
            <a:ext cx="655101" cy="54972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连接符: 肘形 119">
            <a:extLst>
              <a:ext uri="{FF2B5EF4-FFF2-40B4-BE49-F238E27FC236}">
                <a16:creationId xmlns:a16="http://schemas.microsoft.com/office/drawing/2014/main" id="{BE647173-A9D9-F86F-2919-5AC3F198E817}"/>
              </a:ext>
            </a:extLst>
          </p:cNvPr>
          <p:cNvCxnSpPr>
            <a:cxnSpLocks/>
            <a:stCxn id="30" idx="2"/>
            <a:endCxn id="38" idx="0"/>
          </p:cNvCxnSpPr>
          <p:nvPr/>
        </p:nvCxnSpPr>
        <p:spPr>
          <a:xfrm rot="16200000" flipH="1">
            <a:off x="4774749" y="3030717"/>
            <a:ext cx="666772" cy="148589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连接符: 肘形 123">
            <a:extLst>
              <a:ext uri="{FF2B5EF4-FFF2-40B4-BE49-F238E27FC236}">
                <a16:creationId xmlns:a16="http://schemas.microsoft.com/office/drawing/2014/main" id="{8C6E3710-1B0F-3DEC-C997-279C1E7BC06D}"/>
              </a:ext>
            </a:extLst>
          </p:cNvPr>
          <p:cNvCxnSpPr>
            <a:stCxn id="33" idx="4"/>
            <a:endCxn id="20" idx="0"/>
          </p:cNvCxnSpPr>
          <p:nvPr/>
        </p:nvCxnSpPr>
        <p:spPr>
          <a:xfrm rot="16200000" flipH="1">
            <a:off x="799536" y="4922865"/>
            <a:ext cx="1176787" cy="59871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连接符: 肘形 124">
            <a:extLst>
              <a:ext uri="{FF2B5EF4-FFF2-40B4-BE49-F238E27FC236}">
                <a16:creationId xmlns:a16="http://schemas.microsoft.com/office/drawing/2014/main" id="{C80C88CC-8926-8DE9-B0A8-45760D4EB2DC}"/>
              </a:ext>
            </a:extLst>
          </p:cNvPr>
          <p:cNvCxnSpPr>
            <a:cxnSpLocks/>
            <a:stCxn id="34" idx="4"/>
            <a:endCxn id="21" idx="0"/>
          </p:cNvCxnSpPr>
          <p:nvPr/>
        </p:nvCxnSpPr>
        <p:spPr>
          <a:xfrm rot="16200000" flipH="1">
            <a:off x="1787198" y="4859705"/>
            <a:ext cx="1182671" cy="70758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连接符: 肘形 127">
            <a:extLst>
              <a:ext uri="{FF2B5EF4-FFF2-40B4-BE49-F238E27FC236}">
                <a16:creationId xmlns:a16="http://schemas.microsoft.com/office/drawing/2014/main" id="{1EE85880-7352-96CC-EB9D-A73DF10DBA8A}"/>
              </a:ext>
            </a:extLst>
          </p:cNvPr>
          <p:cNvCxnSpPr>
            <a:cxnSpLocks/>
            <a:stCxn id="35" idx="4"/>
            <a:endCxn id="22" idx="0"/>
          </p:cNvCxnSpPr>
          <p:nvPr/>
        </p:nvCxnSpPr>
        <p:spPr>
          <a:xfrm rot="16200000" flipH="1">
            <a:off x="2783636" y="4811110"/>
            <a:ext cx="1171000" cy="81644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连接符: 肘形 148">
            <a:extLst>
              <a:ext uri="{FF2B5EF4-FFF2-40B4-BE49-F238E27FC236}">
                <a16:creationId xmlns:a16="http://schemas.microsoft.com/office/drawing/2014/main" id="{44619836-0ECC-43CD-6C2F-1C8A2E9F5E45}"/>
              </a:ext>
            </a:extLst>
          </p:cNvPr>
          <p:cNvCxnSpPr>
            <a:cxnSpLocks/>
            <a:stCxn id="36" idx="4"/>
            <a:endCxn id="26" idx="0"/>
          </p:cNvCxnSpPr>
          <p:nvPr/>
        </p:nvCxnSpPr>
        <p:spPr>
          <a:xfrm rot="16200000" flipH="1">
            <a:off x="5724760" y="2887810"/>
            <a:ext cx="1161582" cy="4653623"/>
          </a:xfrm>
          <a:prstGeom prst="bentConnector3">
            <a:avLst>
              <a:gd name="adj1" fmla="val 74366"/>
            </a:avLst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连接符: 肘形 152">
            <a:extLst>
              <a:ext uri="{FF2B5EF4-FFF2-40B4-BE49-F238E27FC236}">
                <a16:creationId xmlns:a16="http://schemas.microsoft.com/office/drawing/2014/main" id="{69BD32FF-11E3-D649-5F72-2FC4BCCC63F6}"/>
              </a:ext>
            </a:extLst>
          </p:cNvPr>
          <p:cNvCxnSpPr>
            <a:cxnSpLocks/>
            <a:stCxn id="37" idx="4"/>
            <a:endCxn id="27" idx="0"/>
          </p:cNvCxnSpPr>
          <p:nvPr/>
        </p:nvCxnSpPr>
        <p:spPr>
          <a:xfrm rot="16200000" flipH="1">
            <a:off x="6859379" y="2677693"/>
            <a:ext cx="1167466" cy="5056400"/>
          </a:xfrm>
          <a:prstGeom prst="bentConnector3">
            <a:avLst>
              <a:gd name="adj1" fmla="val 66784"/>
            </a:avLst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连接符: 肘形 157">
            <a:extLst>
              <a:ext uri="{FF2B5EF4-FFF2-40B4-BE49-F238E27FC236}">
                <a16:creationId xmlns:a16="http://schemas.microsoft.com/office/drawing/2014/main" id="{237074B1-2CB9-587E-BE7B-A481B8D49BFF}"/>
              </a:ext>
            </a:extLst>
          </p:cNvPr>
          <p:cNvCxnSpPr>
            <a:cxnSpLocks/>
            <a:stCxn id="38" idx="4"/>
            <a:endCxn id="28" idx="0"/>
          </p:cNvCxnSpPr>
          <p:nvPr/>
        </p:nvCxnSpPr>
        <p:spPr>
          <a:xfrm rot="16200000" flipH="1">
            <a:off x="8002775" y="2482139"/>
            <a:ext cx="1155795" cy="5459177"/>
          </a:xfrm>
          <a:prstGeom prst="bentConnector3">
            <a:avLst>
              <a:gd name="adj1" fmla="val 55651"/>
            </a:avLst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矩形 172">
            <a:extLst>
              <a:ext uri="{FF2B5EF4-FFF2-40B4-BE49-F238E27FC236}">
                <a16:creationId xmlns:a16="http://schemas.microsoft.com/office/drawing/2014/main" id="{19839DE9-CC34-A841-E509-F044E1949018}"/>
              </a:ext>
            </a:extLst>
          </p:cNvPr>
          <p:cNvSpPr/>
          <p:nvPr/>
        </p:nvSpPr>
        <p:spPr>
          <a:xfrm>
            <a:off x="1420573" y="6415997"/>
            <a:ext cx="762001" cy="369332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8E29E9D7-E16C-2065-BC7D-5A18AA114439}"/>
              </a:ext>
            </a:extLst>
          </p:cNvPr>
          <p:cNvSpPr txBox="1"/>
          <p:nvPr/>
        </p:nvSpPr>
        <p:spPr>
          <a:xfrm>
            <a:off x="2133636" y="6415997"/>
            <a:ext cx="2024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区域</a:t>
            </a:r>
            <a:r>
              <a:rPr lang="en-US" altLang="zh-CN" dirty="0"/>
              <a:t>1</a:t>
            </a:r>
          </a:p>
        </p:txBody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513710AD-F245-9027-5381-2E1924F85754}"/>
              </a:ext>
            </a:extLst>
          </p:cNvPr>
          <p:cNvSpPr/>
          <p:nvPr/>
        </p:nvSpPr>
        <p:spPr>
          <a:xfrm>
            <a:off x="9203836" y="6386777"/>
            <a:ext cx="762001" cy="369332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6" name="文本框 175">
            <a:extLst>
              <a:ext uri="{FF2B5EF4-FFF2-40B4-BE49-F238E27FC236}">
                <a16:creationId xmlns:a16="http://schemas.microsoft.com/office/drawing/2014/main" id="{239CFE11-4929-8BA7-0BFB-D8C70D4451C9}"/>
              </a:ext>
            </a:extLst>
          </p:cNvPr>
          <p:cNvSpPr txBox="1"/>
          <p:nvPr/>
        </p:nvSpPr>
        <p:spPr>
          <a:xfrm>
            <a:off x="9916899" y="6386777"/>
            <a:ext cx="2024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区域</a:t>
            </a:r>
            <a:r>
              <a:rPr lang="en-US" altLang="zh-CN" dirty="0"/>
              <a:t>2</a:t>
            </a:r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BD15E024-DDB0-CF2C-E5F8-C5D9B5A11252}"/>
              </a:ext>
            </a:extLst>
          </p:cNvPr>
          <p:cNvSpPr txBox="1"/>
          <p:nvPr/>
        </p:nvSpPr>
        <p:spPr>
          <a:xfrm>
            <a:off x="7385781" y="1692072"/>
            <a:ext cx="39595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</a:rPr>
              <a:t>※8</a:t>
            </a:r>
            <a:r>
              <a:rPr lang="zh-CN" altLang="en-US" sz="1400" dirty="0">
                <a:solidFill>
                  <a:srgbClr val="FF0000"/>
                </a:solidFill>
              </a:rPr>
              <a:t>寸屏通过云端控制清风球，清风球分配到房间。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5A65AFB-FBDD-2779-F54F-B647B8B3A4AC}"/>
              </a:ext>
            </a:extLst>
          </p:cNvPr>
          <p:cNvSpPr txBox="1"/>
          <p:nvPr/>
        </p:nvSpPr>
        <p:spPr>
          <a:xfrm>
            <a:off x="54440" y="43727"/>
            <a:ext cx="925273" cy="369332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清风球</a:t>
            </a:r>
          </a:p>
        </p:txBody>
      </p:sp>
      <p:cxnSp>
        <p:nvCxnSpPr>
          <p:cNvPr id="91" name="连接符: 肘形 90">
            <a:extLst>
              <a:ext uri="{FF2B5EF4-FFF2-40B4-BE49-F238E27FC236}">
                <a16:creationId xmlns:a16="http://schemas.microsoft.com/office/drawing/2014/main" id="{41418AB6-CE75-87DA-73E6-C0485B6A4F2B}"/>
              </a:ext>
            </a:extLst>
          </p:cNvPr>
          <p:cNvCxnSpPr>
            <a:cxnSpLocks/>
            <a:stCxn id="27" idx="0"/>
            <a:endCxn id="67" idx="4"/>
          </p:cNvCxnSpPr>
          <p:nvPr/>
        </p:nvCxnSpPr>
        <p:spPr>
          <a:xfrm rot="16200000" flipV="1">
            <a:off x="8538236" y="4356550"/>
            <a:ext cx="2270623" cy="59553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连接符: 肘形 93">
            <a:extLst>
              <a:ext uri="{FF2B5EF4-FFF2-40B4-BE49-F238E27FC236}">
                <a16:creationId xmlns:a16="http://schemas.microsoft.com/office/drawing/2014/main" id="{B7B8B054-96A6-113C-5129-C286C41CC222}"/>
              </a:ext>
            </a:extLst>
          </p:cNvPr>
          <p:cNvCxnSpPr>
            <a:cxnSpLocks/>
            <a:stCxn id="28" idx="0"/>
            <a:endCxn id="77" idx="4"/>
          </p:cNvCxnSpPr>
          <p:nvPr/>
        </p:nvCxnSpPr>
        <p:spPr>
          <a:xfrm rot="16200000" flipV="1">
            <a:off x="9894480" y="4373844"/>
            <a:ext cx="2270623" cy="56094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云形 2">
            <a:extLst>
              <a:ext uri="{FF2B5EF4-FFF2-40B4-BE49-F238E27FC236}">
                <a16:creationId xmlns:a16="http://schemas.microsoft.com/office/drawing/2014/main" id="{668169A6-9E9D-EDA4-AA54-61CA7473E9CF}"/>
              </a:ext>
            </a:extLst>
          </p:cNvPr>
          <p:cNvSpPr/>
          <p:nvPr/>
        </p:nvSpPr>
        <p:spPr>
          <a:xfrm>
            <a:off x="6527970" y="228393"/>
            <a:ext cx="1346149" cy="910808"/>
          </a:xfrm>
          <a:prstGeom prst="clou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4" name="连接符: 肘形 43">
            <a:extLst>
              <a:ext uri="{FF2B5EF4-FFF2-40B4-BE49-F238E27FC236}">
                <a16:creationId xmlns:a16="http://schemas.microsoft.com/office/drawing/2014/main" id="{D0947D00-1401-162D-E17D-2B40BE6F678A}"/>
              </a:ext>
            </a:extLst>
          </p:cNvPr>
          <p:cNvCxnSpPr>
            <a:stCxn id="11" idx="3"/>
            <a:endCxn id="3" idx="2"/>
          </p:cNvCxnSpPr>
          <p:nvPr/>
        </p:nvCxnSpPr>
        <p:spPr>
          <a:xfrm flipV="1">
            <a:off x="3156859" y="683797"/>
            <a:ext cx="3375287" cy="186285"/>
          </a:xfrm>
          <a:prstGeom prst="bentConnector3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椭圆 44">
            <a:extLst>
              <a:ext uri="{FF2B5EF4-FFF2-40B4-BE49-F238E27FC236}">
                <a16:creationId xmlns:a16="http://schemas.microsoft.com/office/drawing/2014/main" id="{D9FA4DE3-DC39-4CE3-E08C-BE7D2452BE7A}"/>
              </a:ext>
            </a:extLst>
          </p:cNvPr>
          <p:cNvSpPr/>
          <p:nvPr/>
        </p:nvSpPr>
        <p:spPr>
          <a:xfrm>
            <a:off x="7408644" y="2992224"/>
            <a:ext cx="1223718" cy="52677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清风球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6" name="连接符: 肘形 45">
            <a:extLst>
              <a:ext uri="{FF2B5EF4-FFF2-40B4-BE49-F238E27FC236}">
                <a16:creationId xmlns:a16="http://schemas.microsoft.com/office/drawing/2014/main" id="{9CF1264A-7AFF-4ECF-EEB0-DCE8F3824739}"/>
              </a:ext>
            </a:extLst>
          </p:cNvPr>
          <p:cNvCxnSpPr>
            <a:cxnSpLocks/>
            <a:stCxn id="3" idx="1"/>
            <a:endCxn id="45" idx="0"/>
          </p:cNvCxnSpPr>
          <p:nvPr/>
        </p:nvCxnSpPr>
        <p:spPr>
          <a:xfrm rot="16200000" flipH="1">
            <a:off x="6683778" y="1655498"/>
            <a:ext cx="1853993" cy="819458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椭圆 66">
            <a:extLst>
              <a:ext uri="{FF2B5EF4-FFF2-40B4-BE49-F238E27FC236}">
                <a16:creationId xmlns:a16="http://schemas.microsoft.com/office/drawing/2014/main" id="{E94C96B4-4D5F-BAC0-A69D-55F85C6E0142}"/>
              </a:ext>
            </a:extLst>
          </p:cNvPr>
          <p:cNvSpPr/>
          <p:nvPr/>
        </p:nvSpPr>
        <p:spPr>
          <a:xfrm>
            <a:off x="8763923" y="2992224"/>
            <a:ext cx="1223718" cy="526779"/>
          </a:xfrm>
          <a:prstGeom prst="ellipse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清风球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椭圆 76">
            <a:extLst>
              <a:ext uri="{FF2B5EF4-FFF2-40B4-BE49-F238E27FC236}">
                <a16:creationId xmlns:a16="http://schemas.microsoft.com/office/drawing/2014/main" id="{D927DBC0-9663-3F20-B705-76B5F88C3051}"/>
              </a:ext>
            </a:extLst>
          </p:cNvPr>
          <p:cNvSpPr/>
          <p:nvPr/>
        </p:nvSpPr>
        <p:spPr>
          <a:xfrm>
            <a:off x="10137461" y="2992224"/>
            <a:ext cx="1223718" cy="526779"/>
          </a:xfrm>
          <a:prstGeom prst="ellipse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清风球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1" name="连接符: 肘形 80">
            <a:extLst>
              <a:ext uri="{FF2B5EF4-FFF2-40B4-BE49-F238E27FC236}">
                <a16:creationId xmlns:a16="http://schemas.microsoft.com/office/drawing/2014/main" id="{A13C35FB-994B-AEB7-B120-83C484A98A17}"/>
              </a:ext>
            </a:extLst>
          </p:cNvPr>
          <p:cNvCxnSpPr>
            <a:cxnSpLocks/>
            <a:stCxn id="22" idx="3"/>
            <a:endCxn id="45" idx="4"/>
          </p:cNvCxnSpPr>
          <p:nvPr/>
        </p:nvCxnSpPr>
        <p:spPr>
          <a:xfrm flipV="1">
            <a:off x="4158357" y="3519003"/>
            <a:ext cx="3862146" cy="2470494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连接符: 肘形 83">
            <a:extLst>
              <a:ext uri="{FF2B5EF4-FFF2-40B4-BE49-F238E27FC236}">
                <a16:creationId xmlns:a16="http://schemas.microsoft.com/office/drawing/2014/main" id="{39CF7978-EA80-8803-1D54-7072E4F2D752}"/>
              </a:ext>
            </a:extLst>
          </p:cNvPr>
          <p:cNvCxnSpPr>
            <a:cxnSpLocks/>
            <a:stCxn id="3" idx="1"/>
            <a:endCxn id="67" idx="0"/>
          </p:cNvCxnSpPr>
          <p:nvPr/>
        </p:nvCxnSpPr>
        <p:spPr>
          <a:xfrm rot="16200000" flipH="1">
            <a:off x="7361417" y="977858"/>
            <a:ext cx="1853993" cy="2174737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连接符: 肘形 87">
            <a:extLst>
              <a:ext uri="{FF2B5EF4-FFF2-40B4-BE49-F238E27FC236}">
                <a16:creationId xmlns:a16="http://schemas.microsoft.com/office/drawing/2014/main" id="{E9841C16-E289-BA33-6AE7-8D26798402F0}"/>
              </a:ext>
            </a:extLst>
          </p:cNvPr>
          <p:cNvCxnSpPr>
            <a:cxnSpLocks/>
            <a:stCxn id="3" idx="1"/>
            <a:endCxn id="77" idx="0"/>
          </p:cNvCxnSpPr>
          <p:nvPr/>
        </p:nvCxnSpPr>
        <p:spPr>
          <a:xfrm rot="16200000" flipH="1">
            <a:off x="8048186" y="291089"/>
            <a:ext cx="1853993" cy="3548275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矩形 91">
            <a:extLst>
              <a:ext uri="{FF2B5EF4-FFF2-40B4-BE49-F238E27FC236}">
                <a16:creationId xmlns:a16="http://schemas.microsoft.com/office/drawing/2014/main" id="{73531A85-7335-86D6-7A47-C04E3F0DE389}"/>
              </a:ext>
            </a:extLst>
          </p:cNvPr>
          <p:cNvSpPr/>
          <p:nvPr/>
        </p:nvSpPr>
        <p:spPr>
          <a:xfrm>
            <a:off x="1420573" y="6418995"/>
            <a:ext cx="762001" cy="369332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楼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92BCFF59-3A5A-1E9C-4DE5-168EB62D558C}"/>
              </a:ext>
            </a:extLst>
          </p:cNvPr>
          <p:cNvSpPr/>
          <p:nvPr/>
        </p:nvSpPr>
        <p:spPr>
          <a:xfrm>
            <a:off x="9203836" y="6389775"/>
            <a:ext cx="762001" cy="369332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楼</a:t>
            </a:r>
          </a:p>
        </p:txBody>
      </p:sp>
    </p:spTree>
    <p:extLst>
      <p:ext uri="{BB962C8B-B14F-4D97-AF65-F5344CB8AC3E}">
        <p14:creationId xmlns:p14="http://schemas.microsoft.com/office/powerpoint/2010/main" val="1768767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583</Words>
  <Application>Microsoft Office PowerPoint</Application>
  <PresentationFormat>宽屏</PresentationFormat>
  <Paragraphs>221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梁嘉辉</dc:creator>
  <cp:lastModifiedBy>梁嘉辉</cp:lastModifiedBy>
  <cp:revision>20</cp:revision>
  <dcterms:created xsi:type="dcterms:W3CDTF">2024-08-03T03:21:18Z</dcterms:created>
  <dcterms:modified xsi:type="dcterms:W3CDTF">2024-08-06T00:26:42Z</dcterms:modified>
</cp:coreProperties>
</file>